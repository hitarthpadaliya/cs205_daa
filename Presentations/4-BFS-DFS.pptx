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5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</p:sldIdLst>
  <p:sldSz cx="9144000" cy="6858000" type="screen4x3"/>
  <p:notesSz cx="7150100" cy="94488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24">
          <p15:clr>
            <a:srgbClr val="000000"/>
          </p15:clr>
        </p15:guide>
        <p15:guide id="2" pos="4992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75">
          <p15:clr>
            <a:srgbClr val="000000"/>
          </p15:clr>
        </p15:guide>
        <p15:guide id="2" pos="2251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iWLTjEFRGNixNjfwsHabk3DrGg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77"/>
      </p:cViewPr>
      <p:guideLst>
        <p:guide orient="horz" pos="624"/>
        <p:guide pos="49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75"/>
        <p:guide pos="22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customschemas.google.com/relationships/presentationmetadata" Target="metadata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5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6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7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8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9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0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1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2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3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4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25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26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7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8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9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0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1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32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34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35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36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37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38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39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40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1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2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43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44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5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46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47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48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49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075" cy="4251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4" name="Google Shape;147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695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50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100" cy="42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2850" y="708025"/>
            <a:ext cx="4725988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51:notes"/>
          <p:cNvSpPr txBox="1">
            <a:spLocks noGrp="1"/>
          </p:cNvSpPr>
          <p:nvPr>
            <p:ph type="body" idx="1"/>
          </p:nvPr>
        </p:nvSpPr>
        <p:spPr>
          <a:xfrm>
            <a:off x="715000" y="4488175"/>
            <a:ext cx="5720100" cy="42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0" name="Google Shape;149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1900" y="708650"/>
            <a:ext cx="4767000" cy="354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3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u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010000"/>
              </a:buClr>
              <a:buSzPts val="320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5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5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rgbClr val="0000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5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5"/>
          <p:cNvSpPr txBox="1">
            <a:spLocks noGrp="1"/>
          </p:cNvSpPr>
          <p:nvPr>
            <p:ph type="ftr" idx="11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5"/>
          <p:cNvSpPr txBox="1">
            <a:spLocks noGrp="1"/>
          </p:cNvSpPr>
          <p:nvPr>
            <p:ph type="sldNum" idx="12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6"/>
          <p:cNvSpPr txBox="1">
            <a:spLocks noGrp="1"/>
          </p:cNvSpPr>
          <p:nvPr>
            <p:ph type="ftr" idx="11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sldNum" idx="12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7"/>
          <p:cNvSpPr txBox="1">
            <a:spLocks noGrp="1"/>
          </p:cNvSpPr>
          <p:nvPr>
            <p:ph type="title"/>
          </p:nvPr>
        </p:nvSpPr>
        <p:spPr>
          <a:xfrm rot="5400000">
            <a:off x="4952207" y="1905793"/>
            <a:ext cx="6096000" cy="2284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7"/>
          <p:cNvSpPr txBox="1">
            <a:spLocks noGrp="1"/>
          </p:cNvSpPr>
          <p:nvPr>
            <p:ph type="body" idx="1"/>
          </p:nvPr>
        </p:nvSpPr>
        <p:spPr>
          <a:xfrm rot="5400000">
            <a:off x="304800" y="-304800"/>
            <a:ext cx="6096000" cy="6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ftr" idx="11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7"/>
          <p:cNvSpPr txBox="1">
            <a:spLocks noGrp="1"/>
          </p:cNvSpPr>
          <p:nvPr>
            <p:ph type="sldNum" idx="12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body" idx="1"/>
          </p:nvPr>
        </p:nvSpPr>
        <p:spPr>
          <a:xfrm rot="5400000">
            <a:off x="2019300" y="-876300"/>
            <a:ext cx="5105400" cy="88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ftr" idx="11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sldNum" idx="12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9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59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010000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7" name="Google Shape;47;p59"/>
          <p:cNvSpPr txBox="1">
            <a:spLocks noGrp="1"/>
          </p:cNvSpPr>
          <p:nvPr>
            <p:ph type="ftr" idx="11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9"/>
          <p:cNvSpPr txBox="1">
            <a:spLocks noGrp="1"/>
          </p:cNvSpPr>
          <p:nvPr>
            <p:ph type="sldNum" idx="12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010000"/>
              </a:buClr>
              <a:buSzPts val="3200"/>
              <a:buChar char="⬥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010000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60"/>
          <p:cNvSpPr txBox="1">
            <a:spLocks noGrp="1"/>
          </p:cNvSpPr>
          <p:nvPr>
            <p:ph type="ftr" idx="11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0"/>
          <p:cNvSpPr txBox="1">
            <a:spLocks noGrp="1"/>
          </p:cNvSpPr>
          <p:nvPr>
            <p:ph type="sldNum" idx="12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1"/>
          <p:cNvSpPr txBox="1">
            <a:spLocks noGrp="1"/>
          </p:cNvSpPr>
          <p:nvPr>
            <p:ph type="ftr" idx="11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62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62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62"/>
          <p:cNvSpPr txBox="1">
            <a:spLocks noGrp="1"/>
          </p:cNvSpPr>
          <p:nvPr>
            <p:ph type="ftr" idx="11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2"/>
          <p:cNvSpPr txBox="1">
            <a:spLocks noGrp="1"/>
          </p:cNvSpPr>
          <p:nvPr>
            <p:ph type="sldNum" idx="12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43434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body" idx="2"/>
          </p:nvPr>
        </p:nvSpPr>
        <p:spPr>
          <a:xfrm>
            <a:off x="4648200" y="990600"/>
            <a:ext cx="43434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Char char="⬥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ftr" idx="11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u="none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sldNum" idx="12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" name="Google Shape;7;p52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010000"/>
              </a:buClr>
              <a:buSzPts val="3200"/>
              <a:buFont typeface="Noto Sans Symbols"/>
              <a:buChar char="⬥"/>
              <a:defRPr sz="3200" b="0" i="0" u="none" strike="noStrike" cap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p5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" name="Google Shape;9;p5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5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" name="Google Shape;19;p54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010000"/>
              </a:buClr>
              <a:buSzPts val="3200"/>
              <a:buFont typeface="Noto Sans Symbols"/>
              <a:buChar char="⬥"/>
              <a:defRPr sz="3200" b="0" i="0" u="none" strike="noStrike" cap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" name="Google Shape;20;p54"/>
          <p:cNvSpPr txBox="1">
            <a:spLocks noGrp="1"/>
          </p:cNvSpPr>
          <p:nvPr>
            <p:ph type="ftr" idx="11"/>
          </p:nvPr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" name="Google Shape;21;p54"/>
          <p:cNvSpPr txBox="1">
            <a:spLocks noGrp="1"/>
          </p:cNvSpPr>
          <p:nvPr>
            <p:ph type="sldNum" idx="12"/>
          </p:nvPr>
        </p:nvSpPr>
        <p:spPr>
          <a:xfrm>
            <a:off x="8001000" y="6418262"/>
            <a:ext cx="914400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 </a:t>
            </a: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54"/>
          <p:cNvSpPr txBox="1"/>
          <p:nvPr/>
        </p:nvSpPr>
        <p:spPr>
          <a:xfrm>
            <a:off x="0" y="6456362"/>
            <a:ext cx="11604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graphs-1 - </a:t>
            </a:r>
            <a:fld id="{00000000-1234-1234-1234-123412341234}" type="slidenum">
              <a:rPr lang="en-US"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" name="Google Shape;23;p54"/>
          <p:cNvSpPr txBox="1"/>
          <p:nvPr/>
        </p:nvSpPr>
        <p:spPr>
          <a:xfrm>
            <a:off x="7743825" y="64008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 / Devi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82" name="Google Shape;82;p1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Elementary Graph Algorithms</a:t>
            </a:r>
            <a:endParaRPr/>
          </a:p>
        </p:txBody>
      </p:sp>
      <p:sp>
        <p:nvSpPr>
          <p:cNvPr id="83" name="Google Shape;83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3200"/>
              <a:buFont typeface="Noto Sans Symbols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0" y="990600"/>
            <a:ext cx="8991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US" sz="28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set of vertices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set of edges ⊆ (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graphs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(</a:t>
            </a:r>
            <a:r>
              <a:rPr lang="en-US" sz="24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for all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(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∉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self loops.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edge from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denoted as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Self loops are allowed.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edge has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associated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given by a weight function </a:t>
            </a:r>
            <a:r>
              <a:rPr lang="en-US" sz="24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-US" sz="2400" b="1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lang="en-US" sz="24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≈ |</a:t>
            </a:r>
            <a:r>
              <a:rPr lang="en-US" sz="24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lang="en-US" sz="2400" b="0" i="0" u="none" baseline="300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Sparse: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lang="en-US" sz="24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&lt;&lt; |</a:t>
            </a:r>
            <a:r>
              <a:rPr lang="en-US" sz="24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lang="en-US" sz="2400" b="0" i="0" u="none" baseline="300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=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(|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V|</a:t>
            </a:r>
            <a:r>
              <a:rPr lang="en-US" sz="2800" b="0" i="0" u="none" baseline="30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∈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vertex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vertex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Noto Sans Symbols"/>
              <a:buChar char="⬥"/>
            </a:pP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relationship is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Symmetric if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undirected.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necessarily so if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directed.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between every pair of vertices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 |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– 1.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Furthermore, if |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|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– 1, then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tree.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Representation of Graphs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3200"/>
              <a:buFont typeface="Noto Sans Symbols"/>
              <a:buChar char="⬥"/>
            </a:pPr>
            <a:r>
              <a:rPr lang="en-US" sz="32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standard ways</a:t>
            </a:r>
            <a:r>
              <a:rPr lang="en-US" sz="32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Lists.</a:t>
            </a:r>
            <a:endParaRPr/>
          </a:p>
          <a:p>
            <a:pPr marL="742950" lvl="1" indent="-1079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1079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1079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Matrix.</a:t>
            </a:r>
            <a:endParaRPr/>
          </a:p>
        </p:txBody>
      </p:sp>
      <p:grpSp>
        <p:nvGrpSpPr>
          <p:cNvPr id="105" name="Google Shape;105;p4"/>
          <p:cNvGrpSpPr/>
          <p:nvPr/>
        </p:nvGrpSpPr>
        <p:grpSpPr>
          <a:xfrm>
            <a:off x="2286000" y="1981200"/>
            <a:ext cx="5708650" cy="1644650"/>
            <a:chOff x="336" y="2880"/>
            <a:chExt cx="3596" cy="1036"/>
          </a:xfrm>
        </p:grpSpPr>
        <p:sp>
          <p:nvSpPr>
            <p:cNvPr id="106" name="Google Shape;106;p4"/>
            <p:cNvSpPr/>
            <p:nvPr/>
          </p:nvSpPr>
          <p:spPr>
            <a:xfrm>
              <a:off x="336" y="2880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816" y="3456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336" y="3456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816" y="2880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cxnSp>
          <p:nvCxnSpPr>
            <p:cNvPr id="110" name="Google Shape;110;p4"/>
            <p:cNvCxnSpPr/>
            <p:nvPr/>
          </p:nvCxnSpPr>
          <p:spPr>
            <a:xfrm>
              <a:off x="528" y="2976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11" name="Google Shape;111;p4"/>
            <p:cNvCxnSpPr/>
            <p:nvPr/>
          </p:nvCxnSpPr>
          <p:spPr>
            <a:xfrm flipH="1">
              <a:off x="500" y="3072"/>
              <a:ext cx="412" cy="41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12" name="Google Shape;112;p4"/>
            <p:cNvCxnSpPr/>
            <p:nvPr/>
          </p:nvCxnSpPr>
          <p:spPr>
            <a:xfrm>
              <a:off x="432" y="3072"/>
              <a:ext cx="0" cy="38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13" name="Google Shape;113;p4"/>
            <p:cNvCxnSpPr/>
            <p:nvPr/>
          </p:nvCxnSpPr>
          <p:spPr>
            <a:xfrm>
              <a:off x="500" y="3044"/>
              <a:ext cx="344" cy="44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14" name="Google Shape;114;p4"/>
            <p:cNvSpPr txBox="1"/>
            <p:nvPr/>
          </p:nvSpPr>
          <p:spPr>
            <a:xfrm>
              <a:off x="1728" y="2880"/>
              <a:ext cx="204" cy="1026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endPara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1526" y="2889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16" name="Google Shape;116;p4"/>
            <p:cNvSpPr txBox="1"/>
            <p:nvPr/>
          </p:nvSpPr>
          <p:spPr>
            <a:xfrm>
              <a:off x="1536" y="3168"/>
              <a:ext cx="205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117" name="Google Shape;117;p4"/>
            <p:cNvSpPr txBox="1"/>
            <p:nvPr/>
          </p:nvSpPr>
          <p:spPr>
            <a:xfrm>
              <a:off x="1536" y="3408"/>
              <a:ext cx="187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18" name="Google Shape;118;p4"/>
            <p:cNvSpPr txBox="1"/>
            <p:nvPr/>
          </p:nvSpPr>
          <p:spPr>
            <a:xfrm>
              <a:off x="1536" y="3648"/>
              <a:ext cx="205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cxnSp>
          <p:nvCxnSpPr>
            <p:cNvPr id="119" name="Google Shape;119;p4"/>
            <p:cNvCxnSpPr/>
            <p:nvPr/>
          </p:nvCxnSpPr>
          <p:spPr>
            <a:xfrm>
              <a:off x="1728" y="3168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1728" y="3408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1728" y="3648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2" name="Google Shape;122;p4"/>
            <p:cNvSpPr txBox="1"/>
            <p:nvPr/>
          </p:nvSpPr>
          <p:spPr>
            <a:xfrm>
              <a:off x="2064" y="2880"/>
              <a:ext cx="476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2064" y="3144"/>
              <a:ext cx="469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sp>
          <p:nvSpPr>
            <p:cNvPr id="124" name="Google Shape;124;p4"/>
            <p:cNvSpPr txBox="1"/>
            <p:nvPr/>
          </p:nvSpPr>
          <p:spPr>
            <a:xfrm>
              <a:off x="2064" y="3408"/>
              <a:ext cx="476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125" name="Google Shape;125;p4"/>
            <p:cNvCxnSpPr/>
            <p:nvPr/>
          </p:nvCxnSpPr>
          <p:spPr>
            <a:xfrm>
              <a:off x="528" y="3552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6" name="Google Shape;126;p4"/>
            <p:cNvCxnSpPr/>
            <p:nvPr/>
          </p:nvCxnSpPr>
          <p:spPr>
            <a:xfrm>
              <a:off x="2304" y="2880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7" name="Google Shape;127;p4"/>
            <p:cNvCxnSpPr/>
            <p:nvPr/>
          </p:nvCxnSpPr>
          <p:spPr>
            <a:xfrm>
              <a:off x="2304" y="3168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28" name="Google Shape;128;p4"/>
            <p:cNvCxnSpPr/>
            <p:nvPr/>
          </p:nvCxnSpPr>
          <p:spPr>
            <a:xfrm>
              <a:off x="2304" y="3408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29" name="Google Shape;129;p4"/>
            <p:cNvSpPr txBox="1"/>
            <p:nvPr/>
          </p:nvSpPr>
          <p:spPr>
            <a:xfrm>
              <a:off x="2736" y="2880"/>
              <a:ext cx="476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130" name="Google Shape;130;p4"/>
            <p:cNvCxnSpPr/>
            <p:nvPr/>
          </p:nvCxnSpPr>
          <p:spPr>
            <a:xfrm>
              <a:off x="2976" y="2880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31" name="Google Shape;131;p4"/>
            <p:cNvSpPr txBox="1"/>
            <p:nvPr/>
          </p:nvSpPr>
          <p:spPr>
            <a:xfrm>
              <a:off x="3456" y="2880"/>
              <a:ext cx="469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132" name="Google Shape;132;p4"/>
            <p:cNvCxnSpPr/>
            <p:nvPr/>
          </p:nvCxnSpPr>
          <p:spPr>
            <a:xfrm>
              <a:off x="3696" y="2880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3" name="Google Shape;133;p4"/>
            <p:cNvCxnSpPr/>
            <p:nvPr/>
          </p:nvCxnSpPr>
          <p:spPr>
            <a:xfrm>
              <a:off x="1872" y="2976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134" name="Google Shape;134;p4"/>
            <p:cNvCxnSpPr/>
            <p:nvPr/>
          </p:nvCxnSpPr>
          <p:spPr>
            <a:xfrm>
              <a:off x="2448" y="2976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135" name="Google Shape;135;p4"/>
            <p:cNvCxnSpPr/>
            <p:nvPr/>
          </p:nvCxnSpPr>
          <p:spPr>
            <a:xfrm>
              <a:off x="3120" y="2976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136" name="Google Shape;136;p4"/>
            <p:cNvCxnSpPr/>
            <p:nvPr/>
          </p:nvCxnSpPr>
          <p:spPr>
            <a:xfrm flipH="1">
              <a:off x="3744" y="2928"/>
              <a:ext cx="96" cy="96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7" name="Google Shape;137;p4"/>
            <p:cNvCxnSpPr/>
            <p:nvPr/>
          </p:nvCxnSpPr>
          <p:spPr>
            <a:xfrm>
              <a:off x="1872" y="3264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138" name="Google Shape;138;p4"/>
            <p:cNvCxnSpPr/>
            <p:nvPr/>
          </p:nvCxnSpPr>
          <p:spPr>
            <a:xfrm>
              <a:off x="1872" y="3504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sp>
          <p:nvSpPr>
            <p:cNvPr id="139" name="Google Shape;139;p4"/>
            <p:cNvSpPr txBox="1"/>
            <p:nvPr/>
          </p:nvSpPr>
          <p:spPr>
            <a:xfrm>
              <a:off x="2736" y="3144"/>
              <a:ext cx="469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140" name="Google Shape;140;p4"/>
            <p:cNvCxnSpPr/>
            <p:nvPr/>
          </p:nvCxnSpPr>
          <p:spPr>
            <a:xfrm>
              <a:off x="2976" y="3168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1" name="Google Shape;141;p4"/>
            <p:cNvSpPr txBox="1"/>
            <p:nvPr/>
          </p:nvSpPr>
          <p:spPr>
            <a:xfrm>
              <a:off x="2760" y="3408"/>
              <a:ext cx="469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142" name="Google Shape;142;p4"/>
            <p:cNvCxnSpPr/>
            <p:nvPr/>
          </p:nvCxnSpPr>
          <p:spPr>
            <a:xfrm>
              <a:off x="2976" y="3408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3" name="Google Shape;143;p4"/>
            <p:cNvSpPr txBox="1"/>
            <p:nvPr/>
          </p:nvSpPr>
          <p:spPr>
            <a:xfrm>
              <a:off x="3456" y="3408"/>
              <a:ext cx="476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144" name="Google Shape;144;p4"/>
            <p:cNvCxnSpPr/>
            <p:nvPr/>
          </p:nvCxnSpPr>
          <p:spPr>
            <a:xfrm>
              <a:off x="3696" y="3408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5" name="Google Shape;145;p4"/>
            <p:cNvSpPr txBox="1"/>
            <p:nvPr/>
          </p:nvSpPr>
          <p:spPr>
            <a:xfrm>
              <a:off x="2064" y="3696"/>
              <a:ext cx="469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146" name="Google Shape;146;p4"/>
            <p:cNvCxnSpPr/>
            <p:nvPr/>
          </p:nvCxnSpPr>
          <p:spPr>
            <a:xfrm>
              <a:off x="2304" y="3696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7" name="Google Shape;147;p4"/>
            <p:cNvSpPr txBox="1"/>
            <p:nvPr/>
          </p:nvSpPr>
          <p:spPr>
            <a:xfrm>
              <a:off x="2760" y="3696"/>
              <a:ext cx="469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148" name="Google Shape;148;p4"/>
            <p:cNvCxnSpPr/>
            <p:nvPr/>
          </p:nvCxnSpPr>
          <p:spPr>
            <a:xfrm>
              <a:off x="2976" y="3696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9" name="Google Shape;149;p4"/>
            <p:cNvCxnSpPr/>
            <p:nvPr/>
          </p:nvCxnSpPr>
          <p:spPr>
            <a:xfrm>
              <a:off x="2448" y="3264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150" name="Google Shape;150;p4"/>
            <p:cNvCxnSpPr/>
            <p:nvPr/>
          </p:nvCxnSpPr>
          <p:spPr>
            <a:xfrm>
              <a:off x="3120" y="3504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151" name="Google Shape;151;p4"/>
            <p:cNvCxnSpPr/>
            <p:nvPr/>
          </p:nvCxnSpPr>
          <p:spPr>
            <a:xfrm>
              <a:off x="2448" y="3504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152" name="Google Shape;152;p4"/>
            <p:cNvCxnSpPr/>
            <p:nvPr/>
          </p:nvCxnSpPr>
          <p:spPr>
            <a:xfrm>
              <a:off x="2448" y="3792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153" name="Google Shape;153;p4"/>
            <p:cNvCxnSpPr/>
            <p:nvPr/>
          </p:nvCxnSpPr>
          <p:spPr>
            <a:xfrm flipH="1">
              <a:off x="3024" y="3168"/>
              <a:ext cx="144" cy="14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54" name="Google Shape;154;p4"/>
            <p:cNvCxnSpPr/>
            <p:nvPr/>
          </p:nvCxnSpPr>
          <p:spPr>
            <a:xfrm flipH="1">
              <a:off x="3072" y="3744"/>
              <a:ext cx="96" cy="96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55" name="Google Shape;155;p4"/>
            <p:cNvCxnSpPr/>
            <p:nvPr/>
          </p:nvCxnSpPr>
          <p:spPr>
            <a:xfrm>
              <a:off x="1872" y="3792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</p:grpSp>
      <p:grpSp>
        <p:nvGrpSpPr>
          <p:cNvPr id="156" name="Google Shape;156;p4"/>
          <p:cNvGrpSpPr/>
          <p:nvPr/>
        </p:nvGrpSpPr>
        <p:grpSpPr>
          <a:xfrm>
            <a:off x="2286000" y="4343400"/>
            <a:ext cx="3444875" cy="1692275"/>
            <a:chOff x="240" y="2928"/>
            <a:chExt cx="2170" cy="1066"/>
          </a:xfrm>
        </p:grpSpPr>
        <p:sp>
          <p:nvSpPr>
            <p:cNvPr id="157" name="Google Shape;157;p4"/>
            <p:cNvSpPr/>
            <p:nvPr/>
          </p:nvSpPr>
          <p:spPr>
            <a:xfrm>
              <a:off x="336" y="3072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816" y="3648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336" y="3648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816" y="3072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cxnSp>
          <p:nvCxnSpPr>
            <p:cNvPr id="161" name="Google Shape;161;p4"/>
            <p:cNvCxnSpPr/>
            <p:nvPr/>
          </p:nvCxnSpPr>
          <p:spPr>
            <a:xfrm>
              <a:off x="528" y="3168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2" name="Google Shape;162;p4"/>
            <p:cNvCxnSpPr/>
            <p:nvPr/>
          </p:nvCxnSpPr>
          <p:spPr>
            <a:xfrm flipH="1">
              <a:off x="500" y="3264"/>
              <a:ext cx="412" cy="41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3" name="Google Shape;163;p4"/>
            <p:cNvCxnSpPr/>
            <p:nvPr/>
          </p:nvCxnSpPr>
          <p:spPr>
            <a:xfrm>
              <a:off x="432" y="3264"/>
              <a:ext cx="0" cy="38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4" name="Google Shape;164;p4"/>
            <p:cNvCxnSpPr/>
            <p:nvPr/>
          </p:nvCxnSpPr>
          <p:spPr>
            <a:xfrm>
              <a:off x="500" y="3236"/>
              <a:ext cx="344" cy="44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65" name="Google Shape;165;p4"/>
            <p:cNvCxnSpPr/>
            <p:nvPr/>
          </p:nvCxnSpPr>
          <p:spPr>
            <a:xfrm>
              <a:off x="528" y="3744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66" name="Google Shape;166;p4"/>
            <p:cNvSpPr txBox="1"/>
            <p:nvPr/>
          </p:nvSpPr>
          <p:spPr>
            <a:xfrm>
              <a:off x="240" y="292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960" y="292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240" y="374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960" y="374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170" name="Google Shape;170;p4"/>
            <p:cNvSpPr txBox="1"/>
            <p:nvPr/>
          </p:nvSpPr>
          <p:spPr>
            <a:xfrm>
              <a:off x="1440" y="2976"/>
              <a:ext cx="956" cy="1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1   2   3   4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1  0   1   1   1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2  1   0   1   0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3  1   1   0   1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4  1   0   1   0</a:t>
              </a:r>
              <a:endParaRPr/>
            </a:p>
          </p:txBody>
        </p:sp>
        <p:cxnSp>
          <p:nvCxnSpPr>
            <p:cNvPr id="171" name="Google Shape;171;p4"/>
            <p:cNvCxnSpPr/>
            <p:nvPr/>
          </p:nvCxnSpPr>
          <p:spPr>
            <a:xfrm>
              <a:off x="1498" y="3207"/>
              <a:ext cx="91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72" name="Google Shape;172;p4"/>
            <p:cNvCxnSpPr/>
            <p:nvPr/>
          </p:nvCxnSpPr>
          <p:spPr>
            <a:xfrm>
              <a:off x="1594" y="3063"/>
              <a:ext cx="0" cy="86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Lists</a:t>
            </a:r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Consists of an array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|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lists.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list per vertex.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consists of all vertices adjacent to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endParaRPr sz="28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73075" y="2728912"/>
            <a:ext cx="304800" cy="304800"/>
          </a:xfrm>
          <a:prstGeom prst="ellipse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1235075" y="3643312"/>
            <a:ext cx="304800" cy="304800"/>
          </a:xfrm>
          <a:prstGeom prst="ellipse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473075" y="3643312"/>
            <a:ext cx="304800" cy="304800"/>
          </a:xfrm>
          <a:prstGeom prst="ellipse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1235075" y="2728912"/>
            <a:ext cx="304800" cy="304800"/>
          </a:xfrm>
          <a:prstGeom prst="ellipse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cxnSp>
        <p:nvCxnSpPr>
          <p:cNvPr id="184" name="Google Shape;184;p5"/>
          <p:cNvCxnSpPr/>
          <p:nvPr/>
        </p:nvCxnSpPr>
        <p:spPr>
          <a:xfrm>
            <a:off x="777875" y="2881312"/>
            <a:ext cx="457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85" name="Google Shape;185;p5"/>
          <p:cNvCxnSpPr/>
          <p:nvPr/>
        </p:nvCxnSpPr>
        <p:spPr>
          <a:xfrm flipH="1">
            <a:off x="733425" y="3033712"/>
            <a:ext cx="654050" cy="6540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25475" y="3033712"/>
            <a:ext cx="0" cy="60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87" name="Google Shape;187;p5"/>
          <p:cNvCxnSpPr/>
          <p:nvPr/>
        </p:nvCxnSpPr>
        <p:spPr>
          <a:xfrm>
            <a:off x="733425" y="2989262"/>
            <a:ext cx="546100" cy="6985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88" name="Google Shape;188;p5"/>
          <p:cNvSpPr txBox="1"/>
          <p:nvPr/>
        </p:nvSpPr>
        <p:spPr>
          <a:xfrm>
            <a:off x="2682875" y="2728912"/>
            <a:ext cx="323850" cy="1628775"/>
          </a:xfrm>
          <a:prstGeom prst="rect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2362200" y="27432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2378075" y="3186112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2378075" y="3567112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2378075" y="3948112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cxnSp>
        <p:nvCxnSpPr>
          <p:cNvPr id="193" name="Google Shape;193;p5"/>
          <p:cNvCxnSpPr/>
          <p:nvPr/>
        </p:nvCxnSpPr>
        <p:spPr>
          <a:xfrm>
            <a:off x="2682875" y="3186112"/>
            <a:ext cx="304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4" name="Google Shape;194;p5"/>
          <p:cNvCxnSpPr/>
          <p:nvPr/>
        </p:nvCxnSpPr>
        <p:spPr>
          <a:xfrm>
            <a:off x="2682875" y="3567112"/>
            <a:ext cx="304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5" name="Google Shape;195;p5"/>
          <p:cNvCxnSpPr/>
          <p:nvPr/>
        </p:nvCxnSpPr>
        <p:spPr>
          <a:xfrm>
            <a:off x="2682875" y="3948112"/>
            <a:ext cx="304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6" name="Google Shape;196;p5"/>
          <p:cNvSpPr txBox="1"/>
          <p:nvPr/>
        </p:nvSpPr>
        <p:spPr>
          <a:xfrm>
            <a:off x="3216275" y="2728912"/>
            <a:ext cx="755650" cy="349250"/>
          </a:xfrm>
          <a:prstGeom prst="rect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1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3216275" y="3148012"/>
            <a:ext cx="744537" cy="349250"/>
          </a:xfrm>
          <a:prstGeom prst="rect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3216275" y="3567112"/>
            <a:ext cx="755650" cy="349250"/>
          </a:xfrm>
          <a:prstGeom prst="rect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/>
          </a:p>
        </p:txBody>
      </p:sp>
      <p:cxnSp>
        <p:nvCxnSpPr>
          <p:cNvPr id="199" name="Google Shape;199;p5"/>
          <p:cNvCxnSpPr/>
          <p:nvPr/>
        </p:nvCxnSpPr>
        <p:spPr>
          <a:xfrm>
            <a:off x="777875" y="3795712"/>
            <a:ext cx="457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0" name="Google Shape;200;p5"/>
          <p:cNvCxnSpPr/>
          <p:nvPr/>
        </p:nvCxnSpPr>
        <p:spPr>
          <a:xfrm>
            <a:off x="3597275" y="2728912"/>
            <a:ext cx="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1" name="Google Shape;201;p5"/>
          <p:cNvCxnSpPr/>
          <p:nvPr/>
        </p:nvCxnSpPr>
        <p:spPr>
          <a:xfrm>
            <a:off x="3597275" y="3186112"/>
            <a:ext cx="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2" name="Google Shape;202;p5"/>
          <p:cNvCxnSpPr/>
          <p:nvPr/>
        </p:nvCxnSpPr>
        <p:spPr>
          <a:xfrm>
            <a:off x="3597275" y="3567112"/>
            <a:ext cx="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3" name="Google Shape;203;p5"/>
          <p:cNvSpPr txBox="1"/>
          <p:nvPr/>
        </p:nvSpPr>
        <p:spPr>
          <a:xfrm>
            <a:off x="4283075" y="2728912"/>
            <a:ext cx="755650" cy="349250"/>
          </a:xfrm>
          <a:prstGeom prst="rect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/>
          </a:p>
        </p:txBody>
      </p:sp>
      <p:cxnSp>
        <p:nvCxnSpPr>
          <p:cNvPr id="204" name="Google Shape;204;p5"/>
          <p:cNvCxnSpPr/>
          <p:nvPr/>
        </p:nvCxnSpPr>
        <p:spPr>
          <a:xfrm>
            <a:off x="4664075" y="2728912"/>
            <a:ext cx="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5" name="Google Shape;205;p5"/>
          <p:cNvSpPr txBox="1"/>
          <p:nvPr/>
        </p:nvSpPr>
        <p:spPr>
          <a:xfrm>
            <a:off x="5426075" y="2728912"/>
            <a:ext cx="744537" cy="349250"/>
          </a:xfrm>
          <a:prstGeom prst="rect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/>
          </a:p>
        </p:txBody>
      </p:sp>
      <p:cxnSp>
        <p:nvCxnSpPr>
          <p:cNvPr id="206" name="Google Shape;206;p5"/>
          <p:cNvCxnSpPr/>
          <p:nvPr/>
        </p:nvCxnSpPr>
        <p:spPr>
          <a:xfrm>
            <a:off x="5807075" y="2728912"/>
            <a:ext cx="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7" name="Google Shape;207;p5"/>
          <p:cNvCxnSpPr/>
          <p:nvPr/>
        </p:nvCxnSpPr>
        <p:spPr>
          <a:xfrm>
            <a:off x="2911475" y="2881312"/>
            <a:ext cx="304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sm" len="sm"/>
          </a:ln>
        </p:spPr>
      </p:cxnSp>
      <p:cxnSp>
        <p:nvCxnSpPr>
          <p:cNvPr id="208" name="Google Shape;208;p5"/>
          <p:cNvCxnSpPr/>
          <p:nvPr/>
        </p:nvCxnSpPr>
        <p:spPr>
          <a:xfrm>
            <a:off x="3825875" y="2881312"/>
            <a:ext cx="457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sm" len="sm"/>
          </a:ln>
        </p:spPr>
      </p:cxnSp>
      <p:cxnSp>
        <p:nvCxnSpPr>
          <p:cNvPr id="209" name="Google Shape;209;p5"/>
          <p:cNvCxnSpPr/>
          <p:nvPr/>
        </p:nvCxnSpPr>
        <p:spPr>
          <a:xfrm>
            <a:off x="4892675" y="2881312"/>
            <a:ext cx="533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sm" len="sm"/>
          </a:ln>
        </p:spPr>
      </p:cxnSp>
      <p:cxnSp>
        <p:nvCxnSpPr>
          <p:cNvPr id="210" name="Google Shape;210;p5"/>
          <p:cNvCxnSpPr/>
          <p:nvPr/>
        </p:nvCxnSpPr>
        <p:spPr>
          <a:xfrm flipH="1">
            <a:off x="5883275" y="2805112"/>
            <a:ext cx="152400" cy="152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1" name="Google Shape;211;p5"/>
          <p:cNvCxnSpPr/>
          <p:nvPr/>
        </p:nvCxnSpPr>
        <p:spPr>
          <a:xfrm>
            <a:off x="2911475" y="3338512"/>
            <a:ext cx="304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sm" len="sm"/>
          </a:ln>
        </p:spPr>
      </p:cxnSp>
      <p:cxnSp>
        <p:nvCxnSpPr>
          <p:cNvPr id="212" name="Google Shape;212;p5"/>
          <p:cNvCxnSpPr/>
          <p:nvPr/>
        </p:nvCxnSpPr>
        <p:spPr>
          <a:xfrm>
            <a:off x="2911475" y="3719512"/>
            <a:ext cx="304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sm" len="sm"/>
          </a:ln>
        </p:spPr>
      </p:cxnSp>
      <p:cxnSp>
        <p:nvCxnSpPr>
          <p:cNvPr id="213" name="Google Shape;213;p5"/>
          <p:cNvCxnSpPr/>
          <p:nvPr/>
        </p:nvCxnSpPr>
        <p:spPr>
          <a:xfrm flipH="1">
            <a:off x="2759075" y="4100512"/>
            <a:ext cx="152400" cy="152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4" name="Google Shape;214;p5"/>
          <p:cNvCxnSpPr/>
          <p:nvPr/>
        </p:nvCxnSpPr>
        <p:spPr>
          <a:xfrm flipH="1">
            <a:off x="3749675" y="3262312"/>
            <a:ext cx="152400" cy="152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5" name="Google Shape;215;p5"/>
          <p:cNvCxnSpPr/>
          <p:nvPr/>
        </p:nvCxnSpPr>
        <p:spPr>
          <a:xfrm flipH="1">
            <a:off x="3673475" y="3643312"/>
            <a:ext cx="152400" cy="152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216" name="Google Shape;216;p5"/>
          <p:cNvGrpSpPr/>
          <p:nvPr/>
        </p:nvGrpSpPr>
        <p:grpSpPr>
          <a:xfrm>
            <a:off x="533400" y="4572000"/>
            <a:ext cx="5708650" cy="1644650"/>
            <a:chOff x="336" y="2880"/>
            <a:chExt cx="3596" cy="1036"/>
          </a:xfrm>
        </p:grpSpPr>
        <p:sp>
          <p:nvSpPr>
            <p:cNvPr id="217" name="Google Shape;217;p5"/>
            <p:cNvSpPr/>
            <p:nvPr/>
          </p:nvSpPr>
          <p:spPr>
            <a:xfrm>
              <a:off x="336" y="2880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816" y="3456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336" y="3456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816" y="2880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cxnSp>
          <p:nvCxnSpPr>
            <p:cNvPr id="221" name="Google Shape;221;p5"/>
            <p:cNvCxnSpPr/>
            <p:nvPr/>
          </p:nvCxnSpPr>
          <p:spPr>
            <a:xfrm>
              <a:off x="528" y="2976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22" name="Google Shape;222;p5"/>
            <p:cNvCxnSpPr/>
            <p:nvPr/>
          </p:nvCxnSpPr>
          <p:spPr>
            <a:xfrm flipH="1">
              <a:off x="500" y="3072"/>
              <a:ext cx="412" cy="41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23" name="Google Shape;223;p5"/>
            <p:cNvCxnSpPr/>
            <p:nvPr/>
          </p:nvCxnSpPr>
          <p:spPr>
            <a:xfrm>
              <a:off x="432" y="3072"/>
              <a:ext cx="0" cy="38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24" name="Google Shape;224;p5"/>
            <p:cNvCxnSpPr/>
            <p:nvPr/>
          </p:nvCxnSpPr>
          <p:spPr>
            <a:xfrm>
              <a:off x="500" y="3044"/>
              <a:ext cx="344" cy="44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5" name="Google Shape;225;p5"/>
            <p:cNvSpPr txBox="1"/>
            <p:nvPr/>
          </p:nvSpPr>
          <p:spPr>
            <a:xfrm>
              <a:off x="1728" y="2880"/>
              <a:ext cx="204" cy="1026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endPara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endPara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5"/>
            <p:cNvSpPr txBox="1"/>
            <p:nvPr/>
          </p:nvSpPr>
          <p:spPr>
            <a:xfrm>
              <a:off x="1526" y="2889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1536" y="3168"/>
              <a:ext cx="205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228" name="Google Shape;228;p5"/>
            <p:cNvSpPr txBox="1"/>
            <p:nvPr/>
          </p:nvSpPr>
          <p:spPr>
            <a:xfrm>
              <a:off x="1536" y="3408"/>
              <a:ext cx="187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229" name="Google Shape;229;p5"/>
            <p:cNvSpPr txBox="1"/>
            <p:nvPr/>
          </p:nvSpPr>
          <p:spPr>
            <a:xfrm>
              <a:off x="1536" y="3648"/>
              <a:ext cx="205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cxnSp>
          <p:nvCxnSpPr>
            <p:cNvPr id="230" name="Google Shape;230;p5"/>
            <p:cNvCxnSpPr/>
            <p:nvPr/>
          </p:nvCxnSpPr>
          <p:spPr>
            <a:xfrm>
              <a:off x="1728" y="3168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31" name="Google Shape;231;p5"/>
            <p:cNvCxnSpPr/>
            <p:nvPr/>
          </p:nvCxnSpPr>
          <p:spPr>
            <a:xfrm>
              <a:off x="1728" y="3408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32" name="Google Shape;232;p5"/>
            <p:cNvCxnSpPr/>
            <p:nvPr/>
          </p:nvCxnSpPr>
          <p:spPr>
            <a:xfrm>
              <a:off x="1728" y="3648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33" name="Google Shape;233;p5"/>
            <p:cNvSpPr txBox="1"/>
            <p:nvPr/>
          </p:nvSpPr>
          <p:spPr>
            <a:xfrm>
              <a:off x="2064" y="2880"/>
              <a:ext cx="476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sp>
          <p:nvSpPr>
            <p:cNvPr id="234" name="Google Shape;234;p5"/>
            <p:cNvSpPr txBox="1"/>
            <p:nvPr/>
          </p:nvSpPr>
          <p:spPr>
            <a:xfrm>
              <a:off x="2064" y="3144"/>
              <a:ext cx="469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sp>
          <p:nvSpPr>
            <p:cNvPr id="235" name="Google Shape;235;p5"/>
            <p:cNvSpPr txBox="1"/>
            <p:nvPr/>
          </p:nvSpPr>
          <p:spPr>
            <a:xfrm>
              <a:off x="2064" y="3408"/>
              <a:ext cx="476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236" name="Google Shape;236;p5"/>
            <p:cNvCxnSpPr/>
            <p:nvPr/>
          </p:nvCxnSpPr>
          <p:spPr>
            <a:xfrm>
              <a:off x="528" y="3552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2304" y="2880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38" name="Google Shape;238;p5"/>
            <p:cNvCxnSpPr/>
            <p:nvPr/>
          </p:nvCxnSpPr>
          <p:spPr>
            <a:xfrm>
              <a:off x="2304" y="3168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39" name="Google Shape;239;p5"/>
            <p:cNvCxnSpPr/>
            <p:nvPr/>
          </p:nvCxnSpPr>
          <p:spPr>
            <a:xfrm>
              <a:off x="2304" y="3408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40" name="Google Shape;240;p5"/>
            <p:cNvSpPr txBox="1"/>
            <p:nvPr/>
          </p:nvSpPr>
          <p:spPr>
            <a:xfrm>
              <a:off x="2736" y="2880"/>
              <a:ext cx="476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241" name="Google Shape;241;p5"/>
            <p:cNvCxnSpPr/>
            <p:nvPr/>
          </p:nvCxnSpPr>
          <p:spPr>
            <a:xfrm>
              <a:off x="2976" y="2880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42" name="Google Shape;242;p5"/>
            <p:cNvSpPr txBox="1"/>
            <p:nvPr/>
          </p:nvSpPr>
          <p:spPr>
            <a:xfrm>
              <a:off x="3456" y="2880"/>
              <a:ext cx="469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243" name="Google Shape;243;p5"/>
            <p:cNvCxnSpPr/>
            <p:nvPr/>
          </p:nvCxnSpPr>
          <p:spPr>
            <a:xfrm>
              <a:off x="3696" y="2880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44" name="Google Shape;244;p5"/>
            <p:cNvCxnSpPr/>
            <p:nvPr/>
          </p:nvCxnSpPr>
          <p:spPr>
            <a:xfrm>
              <a:off x="1872" y="2976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245" name="Google Shape;245;p5"/>
            <p:cNvCxnSpPr/>
            <p:nvPr/>
          </p:nvCxnSpPr>
          <p:spPr>
            <a:xfrm>
              <a:off x="2448" y="2976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246" name="Google Shape;246;p5"/>
            <p:cNvCxnSpPr/>
            <p:nvPr/>
          </p:nvCxnSpPr>
          <p:spPr>
            <a:xfrm>
              <a:off x="3120" y="2976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247" name="Google Shape;247;p5"/>
            <p:cNvCxnSpPr/>
            <p:nvPr/>
          </p:nvCxnSpPr>
          <p:spPr>
            <a:xfrm flipH="1">
              <a:off x="3744" y="2928"/>
              <a:ext cx="96" cy="96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48" name="Google Shape;248;p5"/>
            <p:cNvCxnSpPr/>
            <p:nvPr/>
          </p:nvCxnSpPr>
          <p:spPr>
            <a:xfrm>
              <a:off x="1872" y="3264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249" name="Google Shape;249;p5"/>
            <p:cNvCxnSpPr/>
            <p:nvPr/>
          </p:nvCxnSpPr>
          <p:spPr>
            <a:xfrm>
              <a:off x="1872" y="3504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sp>
          <p:nvSpPr>
            <p:cNvPr id="250" name="Google Shape;250;p5"/>
            <p:cNvSpPr txBox="1"/>
            <p:nvPr/>
          </p:nvSpPr>
          <p:spPr>
            <a:xfrm>
              <a:off x="2736" y="3144"/>
              <a:ext cx="469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251" name="Google Shape;251;p5"/>
            <p:cNvCxnSpPr/>
            <p:nvPr/>
          </p:nvCxnSpPr>
          <p:spPr>
            <a:xfrm>
              <a:off x="2976" y="3168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2" name="Google Shape;252;p5"/>
            <p:cNvSpPr txBox="1"/>
            <p:nvPr/>
          </p:nvSpPr>
          <p:spPr>
            <a:xfrm>
              <a:off x="2760" y="3408"/>
              <a:ext cx="469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253" name="Google Shape;253;p5"/>
            <p:cNvCxnSpPr/>
            <p:nvPr/>
          </p:nvCxnSpPr>
          <p:spPr>
            <a:xfrm>
              <a:off x="2976" y="3408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4" name="Google Shape;254;p5"/>
            <p:cNvSpPr txBox="1"/>
            <p:nvPr/>
          </p:nvSpPr>
          <p:spPr>
            <a:xfrm>
              <a:off x="3456" y="3408"/>
              <a:ext cx="476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255" name="Google Shape;255;p5"/>
            <p:cNvCxnSpPr/>
            <p:nvPr/>
          </p:nvCxnSpPr>
          <p:spPr>
            <a:xfrm>
              <a:off x="3696" y="3408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6" name="Google Shape;256;p5"/>
            <p:cNvSpPr txBox="1"/>
            <p:nvPr/>
          </p:nvSpPr>
          <p:spPr>
            <a:xfrm>
              <a:off x="2064" y="3696"/>
              <a:ext cx="469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257" name="Google Shape;257;p5"/>
            <p:cNvCxnSpPr/>
            <p:nvPr/>
          </p:nvCxnSpPr>
          <p:spPr>
            <a:xfrm>
              <a:off x="2304" y="3696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8" name="Google Shape;258;p5"/>
            <p:cNvSpPr txBox="1"/>
            <p:nvPr/>
          </p:nvSpPr>
          <p:spPr>
            <a:xfrm>
              <a:off x="2760" y="3696"/>
              <a:ext cx="469" cy="220"/>
            </a:xfrm>
            <a:prstGeom prst="rect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US" sz="1600" b="0" i="0" u="sng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endParaRPr/>
            </a:p>
          </p:txBody>
        </p:sp>
        <p:cxnSp>
          <p:nvCxnSpPr>
            <p:cNvPr id="259" name="Google Shape;259;p5"/>
            <p:cNvCxnSpPr/>
            <p:nvPr/>
          </p:nvCxnSpPr>
          <p:spPr>
            <a:xfrm>
              <a:off x="2976" y="3696"/>
              <a:ext cx="0" cy="19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60" name="Google Shape;260;p5"/>
            <p:cNvCxnSpPr/>
            <p:nvPr/>
          </p:nvCxnSpPr>
          <p:spPr>
            <a:xfrm>
              <a:off x="2448" y="3264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261" name="Google Shape;261;p5"/>
            <p:cNvCxnSpPr/>
            <p:nvPr/>
          </p:nvCxnSpPr>
          <p:spPr>
            <a:xfrm>
              <a:off x="3120" y="3504"/>
              <a:ext cx="33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262" name="Google Shape;262;p5"/>
            <p:cNvCxnSpPr/>
            <p:nvPr/>
          </p:nvCxnSpPr>
          <p:spPr>
            <a:xfrm>
              <a:off x="2448" y="3504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263" name="Google Shape;263;p5"/>
            <p:cNvCxnSpPr/>
            <p:nvPr/>
          </p:nvCxnSpPr>
          <p:spPr>
            <a:xfrm>
              <a:off x="2448" y="3792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  <p:cxnSp>
          <p:nvCxnSpPr>
            <p:cNvPr id="264" name="Google Shape;264;p5"/>
            <p:cNvCxnSpPr/>
            <p:nvPr/>
          </p:nvCxnSpPr>
          <p:spPr>
            <a:xfrm flipH="1">
              <a:off x="3024" y="3168"/>
              <a:ext cx="144" cy="14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65" name="Google Shape;265;p5"/>
            <p:cNvCxnSpPr/>
            <p:nvPr/>
          </p:nvCxnSpPr>
          <p:spPr>
            <a:xfrm flipH="1">
              <a:off x="3072" y="3744"/>
              <a:ext cx="96" cy="96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66" name="Google Shape;266;p5"/>
            <p:cNvCxnSpPr/>
            <p:nvPr/>
          </p:nvCxnSpPr>
          <p:spPr>
            <a:xfrm>
              <a:off x="1872" y="3792"/>
              <a:ext cx="19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sm" len="sm"/>
            </a:ln>
          </p:spPr>
        </p:cxnSp>
      </p:grpSp>
      <p:sp>
        <p:nvSpPr>
          <p:cNvPr id="267" name="Google Shape;267;p5"/>
          <p:cNvSpPr txBox="1"/>
          <p:nvPr/>
        </p:nvSpPr>
        <p:spPr>
          <a:xfrm>
            <a:off x="4900612" y="3352800"/>
            <a:ext cx="4243387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weighted, store weights also in adjacency lists.</a:t>
            </a:r>
            <a:endParaRPr/>
          </a:p>
        </p:txBody>
      </p:sp>
      <p:sp>
        <p:nvSpPr>
          <p:cNvPr id="268" name="Google Shape;268;p5"/>
          <p:cNvSpPr txBox="1"/>
          <p:nvPr/>
        </p:nvSpPr>
        <p:spPr>
          <a:xfrm>
            <a:off x="1905000" y="2667000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274" name="Google Shape;274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Requirement</a:t>
            </a:r>
            <a:endParaRPr/>
          </a:p>
        </p:txBody>
      </p:sp>
      <p:sp>
        <p:nvSpPr>
          <p:cNvPr id="275" name="Google Shape;275;p6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directed graphs: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lengths of all adj. lists is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∑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out-degree(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|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lang="en-US" sz="2400" b="0" i="1" u="none" baseline="30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baseline="30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400" b="0" i="1" u="none" baseline="30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baseline="30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storage: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Θ(</a:t>
            </a:r>
            <a:r>
              <a:rPr lang="en-US" sz="28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28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undirected graphs: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lengths of all adj. lists is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∑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degree(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2|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lang="en-US" sz="2400" b="0" i="1" u="none" baseline="30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baseline="30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400" b="0" i="1" u="none" baseline="30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baseline="30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storage: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Θ(</a:t>
            </a:r>
            <a:r>
              <a:rPr lang="en-US" sz="28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28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endParaRPr sz="2800" b="0" i="0" u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6"/>
          <p:cNvSpPr txBox="1"/>
          <p:nvPr/>
        </p:nvSpPr>
        <p:spPr>
          <a:xfrm>
            <a:off x="3810000" y="2514600"/>
            <a:ext cx="24606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edges leaving </a:t>
            </a:r>
            <a:r>
              <a:rPr lang="en-US" sz="2000" b="0" i="1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cxnSp>
        <p:nvCxnSpPr>
          <p:cNvPr id="277" name="Google Shape;277;p6"/>
          <p:cNvCxnSpPr/>
          <p:nvPr/>
        </p:nvCxnSpPr>
        <p:spPr>
          <a:xfrm rot="10800000">
            <a:off x="2819400" y="2362200"/>
            <a:ext cx="121920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78" name="Google Shape;278;p6"/>
          <p:cNvSpPr txBox="1"/>
          <p:nvPr/>
        </p:nvSpPr>
        <p:spPr>
          <a:xfrm>
            <a:off x="3657600" y="4849812"/>
            <a:ext cx="5157787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edges incident on </a:t>
            </a:r>
            <a:r>
              <a:rPr lang="en-US" sz="2000" b="0" i="1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</a:t>
            </a:r>
            <a:r>
              <a:rPr lang="en-US" sz="2000" b="0" i="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(</a:t>
            </a:r>
            <a:r>
              <a:rPr lang="en-US" sz="2000" b="0" i="1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0" i="1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incident on vertices </a:t>
            </a:r>
            <a:r>
              <a:rPr lang="en-US" sz="2000" b="0" i="1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000" b="0" i="1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cxnSp>
        <p:nvCxnSpPr>
          <p:cNvPr id="279" name="Google Shape;279;p6"/>
          <p:cNvCxnSpPr/>
          <p:nvPr/>
        </p:nvCxnSpPr>
        <p:spPr>
          <a:xfrm rot="10800000">
            <a:off x="2362200" y="4724400"/>
            <a:ext cx="144780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285" name="Google Shape;285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 and Cons: adj list </a:t>
            </a:r>
            <a:endParaRPr/>
          </a:p>
        </p:txBody>
      </p:sp>
      <p:sp>
        <p:nvSpPr>
          <p:cNvPr id="286" name="Google Shape;286;p7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Space-efficient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when a graph is sparse.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modified to support many graph variants.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Determining if an edge (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∈G is not efficient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108585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to search in 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’s adjacency list. Θ(degree(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 time.</a:t>
            </a:r>
            <a:endParaRPr/>
          </a:p>
          <a:p>
            <a:pPr marL="108585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Θ(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in the worst case.</a:t>
            </a: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292" name="Google Shape;292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</a:t>
            </a:r>
            <a:endParaRPr/>
          </a:p>
        </p:txBody>
      </p:sp>
      <p:sp>
        <p:nvSpPr>
          <p:cNvPr id="293" name="Google Shape;293;p8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× |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matrix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vertices from 1 to |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in some arbitrary manner.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then given by:</a:t>
            </a:r>
            <a:endParaRPr/>
          </a:p>
        </p:txBody>
      </p:sp>
      <p:pic>
        <p:nvPicPr>
          <p:cNvPr id="294" name="Google Shape;29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3800" y="2133600"/>
            <a:ext cx="36068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8"/>
          <p:cNvSpPr/>
          <p:nvPr/>
        </p:nvSpPr>
        <p:spPr>
          <a:xfrm>
            <a:off x="473075" y="3033712"/>
            <a:ext cx="304800" cy="304800"/>
          </a:xfrm>
          <a:prstGeom prst="ellipse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1235075" y="3948112"/>
            <a:ext cx="304800" cy="304800"/>
          </a:xfrm>
          <a:prstGeom prst="ellipse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473075" y="3948112"/>
            <a:ext cx="304800" cy="304800"/>
          </a:xfrm>
          <a:prstGeom prst="ellipse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1235075" y="3033712"/>
            <a:ext cx="304800" cy="304800"/>
          </a:xfrm>
          <a:prstGeom prst="ellipse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cxnSp>
        <p:nvCxnSpPr>
          <p:cNvPr id="299" name="Google Shape;299;p8"/>
          <p:cNvCxnSpPr/>
          <p:nvPr/>
        </p:nvCxnSpPr>
        <p:spPr>
          <a:xfrm>
            <a:off x="777875" y="3186112"/>
            <a:ext cx="457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00" name="Google Shape;300;p8"/>
          <p:cNvCxnSpPr/>
          <p:nvPr/>
        </p:nvCxnSpPr>
        <p:spPr>
          <a:xfrm flipH="1">
            <a:off x="733425" y="3338512"/>
            <a:ext cx="654050" cy="6540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01" name="Google Shape;301;p8"/>
          <p:cNvCxnSpPr/>
          <p:nvPr/>
        </p:nvCxnSpPr>
        <p:spPr>
          <a:xfrm>
            <a:off x="625475" y="3338512"/>
            <a:ext cx="0" cy="60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02" name="Google Shape;302;p8"/>
          <p:cNvCxnSpPr/>
          <p:nvPr/>
        </p:nvCxnSpPr>
        <p:spPr>
          <a:xfrm>
            <a:off x="733425" y="3294062"/>
            <a:ext cx="546100" cy="6985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03" name="Google Shape;303;p8"/>
          <p:cNvCxnSpPr/>
          <p:nvPr/>
        </p:nvCxnSpPr>
        <p:spPr>
          <a:xfrm>
            <a:off x="777875" y="4100512"/>
            <a:ext cx="457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304" name="Google Shape;304;p8"/>
          <p:cNvSpPr txBox="1"/>
          <p:nvPr/>
        </p:nvSpPr>
        <p:spPr>
          <a:xfrm>
            <a:off x="288925" y="2781300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05" name="Google Shape;305;p8"/>
          <p:cNvSpPr txBox="1"/>
          <p:nvPr/>
        </p:nvSpPr>
        <p:spPr>
          <a:xfrm>
            <a:off x="1447800" y="2819400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304800" y="4114800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1447800" y="4038600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08" name="Google Shape;308;p8"/>
          <p:cNvSpPr txBox="1"/>
          <p:nvPr/>
        </p:nvSpPr>
        <p:spPr>
          <a:xfrm>
            <a:off x="2286000" y="2895600"/>
            <a:ext cx="1517650" cy="161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1   2   3   4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1  0   1   1   1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2  0   0   1   0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3  0   0   0   1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4  0   0   0   0</a:t>
            </a:r>
            <a:endParaRPr/>
          </a:p>
        </p:txBody>
      </p:sp>
      <p:cxnSp>
        <p:nvCxnSpPr>
          <p:cNvPr id="309" name="Google Shape;309;p8"/>
          <p:cNvCxnSpPr/>
          <p:nvPr/>
        </p:nvCxnSpPr>
        <p:spPr>
          <a:xfrm>
            <a:off x="2378075" y="3262312"/>
            <a:ext cx="1447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0" name="Google Shape;310;p8"/>
          <p:cNvCxnSpPr/>
          <p:nvPr/>
        </p:nvCxnSpPr>
        <p:spPr>
          <a:xfrm>
            <a:off x="2530475" y="3033712"/>
            <a:ext cx="0" cy="1371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311" name="Google Shape;311;p8"/>
          <p:cNvGrpSpPr/>
          <p:nvPr/>
        </p:nvGrpSpPr>
        <p:grpSpPr>
          <a:xfrm>
            <a:off x="381000" y="4648200"/>
            <a:ext cx="3444875" cy="1692275"/>
            <a:chOff x="240" y="2928"/>
            <a:chExt cx="2170" cy="1066"/>
          </a:xfrm>
        </p:grpSpPr>
        <p:sp>
          <p:nvSpPr>
            <p:cNvPr id="312" name="Google Shape;312;p8"/>
            <p:cNvSpPr/>
            <p:nvPr/>
          </p:nvSpPr>
          <p:spPr>
            <a:xfrm>
              <a:off x="336" y="3072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816" y="3648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336" y="3648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816" y="3072"/>
              <a:ext cx="192" cy="192"/>
            </a:xfrm>
            <a:prstGeom prst="ellipse">
              <a:avLst/>
            </a:prstGeom>
            <a:solidFill>
              <a:srgbClr val="CCE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cxnSp>
          <p:nvCxnSpPr>
            <p:cNvPr id="316" name="Google Shape;316;p8"/>
            <p:cNvCxnSpPr/>
            <p:nvPr/>
          </p:nvCxnSpPr>
          <p:spPr>
            <a:xfrm>
              <a:off x="528" y="3168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17" name="Google Shape;317;p8"/>
            <p:cNvCxnSpPr/>
            <p:nvPr/>
          </p:nvCxnSpPr>
          <p:spPr>
            <a:xfrm flipH="1">
              <a:off x="500" y="3264"/>
              <a:ext cx="412" cy="41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18" name="Google Shape;318;p8"/>
            <p:cNvCxnSpPr/>
            <p:nvPr/>
          </p:nvCxnSpPr>
          <p:spPr>
            <a:xfrm>
              <a:off x="432" y="3264"/>
              <a:ext cx="0" cy="38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19" name="Google Shape;319;p8"/>
            <p:cNvCxnSpPr/>
            <p:nvPr/>
          </p:nvCxnSpPr>
          <p:spPr>
            <a:xfrm>
              <a:off x="500" y="3236"/>
              <a:ext cx="344" cy="44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20" name="Google Shape;320;p8"/>
            <p:cNvCxnSpPr/>
            <p:nvPr/>
          </p:nvCxnSpPr>
          <p:spPr>
            <a:xfrm>
              <a:off x="528" y="3744"/>
              <a:ext cx="28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21" name="Google Shape;321;p8"/>
            <p:cNvSpPr txBox="1"/>
            <p:nvPr/>
          </p:nvSpPr>
          <p:spPr>
            <a:xfrm>
              <a:off x="240" y="292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322" name="Google Shape;322;p8"/>
            <p:cNvSpPr txBox="1"/>
            <p:nvPr/>
          </p:nvSpPr>
          <p:spPr>
            <a:xfrm>
              <a:off x="960" y="292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323" name="Google Shape;323;p8"/>
            <p:cNvSpPr txBox="1"/>
            <p:nvPr/>
          </p:nvSpPr>
          <p:spPr>
            <a:xfrm>
              <a:off x="240" y="374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324" name="Google Shape;324;p8"/>
            <p:cNvSpPr txBox="1"/>
            <p:nvPr/>
          </p:nvSpPr>
          <p:spPr>
            <a:xfrm>
              <a:off x="960" y="374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325" name="Google Shape;325;p8"/>
            <p:cNvSpPr txBox="1"/>
            <p:nvPr/>
          </p:nvSpPr>
          <p:spPr>
            <a:xfrm>
              <a:off x="1440" y="2976"/>
              <a:ext cx="956" cy="1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1   2   3   4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1  0   1   1   1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2  1   0   1   0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3  1   1   0   1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4  1   0   1   0</a:t>
              </a:r>
              <a:endParaRPr/>
            </a:p>
          </p:txBody>
        </p:sp>
        <p:cxnSp>
          <p:nvCxnSpPr>
            <p:cNvPr id="326" name="Google Shape;326;p8"/>
            <p:cNvCxnSpPr/>
            <p:nvPr/>
          </p:nvCxnSpPr>
          <p:spPr>
            <a:xfrm>
              <a:off x="1498" y="3207"/>
              <a:ext cx="91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27" name="Google Shape;327;p8"/>
            <p:cNvCxnSpPr/>
            <p:nvPr/>
          </p:nvCxnSpPr>
          <p:spPr>
            <a:xfrm>
              <a:off x="1594" y="3063"/>
              <a:ext cx="0" cy="86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328" name="Google Shape;328;p8"/>
          <p:cNvSpPr txBox="1"/>
          <p:nvPr/>
        </p:nvSpPr>
        <p:spPr>
          <a:xfrm>
            <a:off x="4632325" y="5222875"/>
            <a:ext cx="37607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b="0" i="0" u="none" baseline="300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undirected graphs.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334" name="Google Shape;334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and Time</a:t>
            </a:r>
            <a:endParaRPr/>
          </a:p>
        </p:txBody>
      </p:sp>
      <p:sp>
        <p:nvSpPr>
          <p:cNvPr id="335" name="Google Shape;335;p9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Space:</a:t>
            </a:r>
            <a:r>
              <a:rPr lang="en-US" sz="2800" b="1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 baseline="30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memory efficient for large graphs.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Time:</a:t>
            </a:r>
            <a:r>
              <a:rPr lang="en-US" sz="2800" b="1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list all vertices adjacent to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Θ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Time:</a:t>
            </a:r>
            <a:r>
              <a:rPr lang="en-US" sz="2800" b="1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determine if 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8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Θ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store weights instead of bits for weighted graph.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endParaRPr sz="28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341" name="Google Shape;341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Graph-searching Algorithms</a:t>
            </a:r>
            <a:endParaRPr/>
          </a:p>
        </p:txBody>
      </p:sp>
      <p:sp>
        <p:nvSpPr>
          <p:cNvPr id="342" name="Google Shape;342;p10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Searching a graph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Systematically follow the edges of a graph 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visit the vertices of the graph.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</a:t>
            </a: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 the structure of a graph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graph-searching algorithms.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Breadth-first Search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(BFS)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Depth-first Search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(DFS)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348" name="Google Shape;348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Breadth-first Search</a:t>
            </a:r>
            <a:endParaRPr/>
          </a:p>
        </p:txBody>
      </p:sp>
      <p:sp>
        <p:nvSpPr>
          <p:cNvPr id="349" name="Google Shape;349;p11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991600" cy="3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r>
              <a:rPr lang="en-US" sz="28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</a:t>
            </a:r>
            <a:r>
              <a:rPr lang="en-US" sz="28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lang="en-US" sz="2800" b="0" i="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lang="en-US" sz="28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1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either directed or undirected, </a:t>
            </a:r>
            <a:b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800" b="1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vertex </a:t>
            </a:r>
            <a:r>
              <a:rPr lang="en-US" sz="28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8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800" b="0" i="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8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(smallest # of edges, or shortest path) from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for all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∞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not reachable from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last edge on shortest path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     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108585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’s </a:t>
            </a:r>
            <a:r>
              <a:rPr lang="en-US" sz="20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predecessor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breadth-first tree with root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contains all reachable vertices.</a:t>
            </a:r>
            <a:endParaRPr/>
          </a:p>
          <a:p>
            <a:pPr marL="1085850" lvl="2" indent="-101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1333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441325" y="4003675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11"/>
          <p:cNvSpPr txBox="1"/>
          <p:nvPr/>
        </p:nvSpPr>
        <p:spPr>
          <a:xfrm>
            <a:off x="381000" y="4724400"/>
            <a:ext cx="8245475" cy="1628775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vertices 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Sequence of vertices (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…, 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such that 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(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</a:t>
            </a:r>
            <a:r>
              <a:rPr lang="en-US" sz="20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∈ 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for all 1≤ 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the path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Number of  edges in the path.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is </a:t>
            </a:r>
            <a:r>
              <a:rPr lang="en-US" sz="20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no vertex is repeated.</a:t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7543800" y="3200400"/>
            <a:ext cx="381000" cy="76200"/>
          </a:xfrm>
          <a:custGeom>
            <a:avLst/>
            <a:gdLst/>
            <a:ahLst/>
            <a:cxnLst/>
            <a:rect l="l" t="t" r="r" b="b"/>
            <a:pathLst>
              <a:path w="240" h="48" extrusionOk="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358" name="Google Shape;358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Breadth-first Search</a:t>
            </a:r>
            <a:endParaRPr/>
          </a:p>
        </p:txBody>
      </p:sp>
      <p:sp>
        <p:nvSpPr>
          <p:cNvPr id="359" name="Google Shape;359;p12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Expands the frontier between discovered and undiscovered vertices </a:t>
            </a: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uniformly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the breadth of the frontier.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vertex is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“discovered”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first time it is encountered during the search.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vertex is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“finished”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all vertices adjacent to it have been discovered.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Colors the vertices to keep track of progress.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00FF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Undiscovered.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B2B2B2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Gray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Discovered but not finished.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 – Finished.</a:t>
            </a:r>
            <a:endParaRPr/>
          </a:p>
          <a:p>
            <a:pPr marL="108585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Colors are required only to reason about the algorithm. Can be implemented without colors.</a:t>
            </a:r>
            <a:endParaRPr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365" name="Google Shape;3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BFS for Shortest Paths</a:t>
            </a:r>
            <a:endParaRPr/>
          </a:p>
        </p:txBody>
      </p:sp>
      <p:sp>
        <p:nvSpPr>
          <p:cNvPr id="366" name="Google Shape;366;p13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3200"/>
              <a:buFont typeface="Noto Sans Symbols"/>
              <a:buNone/>
            </a:pPr>
            <a:endParaRPr sz="32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10000"/>
              </a:buClr>
              <a:buSzPts val="3200"/>
              <a:buFont typeface="Noto Sans Symbols"/>
              <a:buNone/>
            </a:pPr>
            <a:endParaRPr sz="32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10000"/>
              </a:buClr>
              <a:buSzPts val="3200"/>
              <a:buFont typeface="Noto Sans Symbols"/>
              <a:buNone/>
            </a:pPr>
            <a:endParaRPr sz="32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10000"/>
              </a:buClr>
              <a:buSzPts val="3200"/>
              <a:buFont typeface="Noto Sans Symbols"/>
              <a:buNone/>
            </a:pPr>
            <a:endParaRPr sz="32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10000"/>
              </a:buClr>
              <a:buSzPts val="3200"/>
              <a:buFont typeface="Noto Sans Symbols"/>
              <a:buNone/>
            </a:pPr>
            <a:endParaRPr sz="32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10000"/>
              </a:buClr>
              <a:buSzPts val="3200"/>
              <a:buFont typeface="Noto Sans Symbols"/>
              <a:buNone/>
            </a:pPr>
            <a:endParaRPr sz="32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rgbClr val="010000"/>
              </a:buClr>
              <a:buSzPts val="3200"/>
              <a:buNone/>
            </a:pPr>
            <a:endParaRPr sz="32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947737" y="5795962"/>
            <a:ext cx="139700" cy="150812"/>
          </a:xfrm>
          <a:prstGeom prst="ellipse">
            <a:avLst/>
          </a:prstGeom>
          <a:solidFill>
            <a:schemeClr val="dk1"/>
          </a:solidFill>
          <a:ln w="2857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13"/>
          <p:cNvSpPr txBox="1"/>
          <p:nvPr/>
        </p:nvSpPr>
        <p:spPr>
          <a:xfrm>
            <a:off x="1108075" y="5646737"/>
            <a:ext cx="1301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Finished</a:t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3568700" y="5761037"/>
            <a:ext cx="139700" cy="150812"/>
          </a:xfrm>
          <a:prstGeom prst="ellipse">
            <a:avLst/>
          </a:prstGeom>
          <a:solidFill>
            <a:srgbClr val="B2B2B2"/>
          </a:solidFill>
          <a:ln w="28575" cap="sq" cmpd="sng">
            <a:solidFill>
              <a:srgbClr val="B2B2B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13"/>
          <p:cNvSpPr txBox="1"/>
          <p:nvPr/>
        </p:nvSpPr>
        <p:spPr>
          <a:xfrm>
            <a:off x="3694112" y="5589587"/>
            <a:ext cx="1622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B2B2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Discovered</a:t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6376987" y="5808662"/>
            <a:ext cx="128587" cy="139700"/>
          </a:xfrm>
          <a:prstGeom prst="ellipse">
            <a:avLst/>
          </a:prstGeom>
          <a:noFill/>
          <a:ln w="2857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6516687" y="5622925"/>
            <a:ext cx="1962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Undiscovered</a:t>
            </a:r>
            <a:endParaRPr/>
          </a:p>
        </p:txBody>
      </p:sp>
      <p:grpSp>
        <p:nvGrpSpPr>
          <p:cNvPr id="373" name="Google Shape;373;p13"/>
          <p:cNvGrpSpPr/>
          <p:nvPr/>
        </p:nvGrpSpPr>
        <p:grpSpPr>
          <a:xfrm>
            <a:off x="715962" y="2565400"/>
            <a:ext cx="2185987" cy="2560637"/>
            <a:chOff x="451" y="1616"/>
            <a:chExt cx="1377" cy="1613"/>
          </a:xfrm>
        </p:grpSpPr>
        <p:sp>
          <p:nvSpPr>
            <p:cNvPr id="374" name="Google Shape;374;p13"/>
            <p:cNvSpPr/>
            <p:nvPr/>
          </p:nvSpPr>
          <p:spPr>
            <a:xfrm>
              <a:off x="912" y="2024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659" y="2628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900" y="2360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1321" y="2026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944" y="2864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1266" y="3134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80" name="Google Shape;380;p13"/>
            <p:cNvCxnSpPr/>
            <p:nvPr/>
          </p:nvCxnSpPr>
          <p:spPr>
            <a:xfrm rot="10800000" flipH="1">
              <a:off x="736" y="2450"/>
              <a:ext cx="174" cy="182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81" name="Google Shape;381;p13"/>
            <p:cNvCxnSpPr/>
            <p:nvPr/>
          </p:nvCxnSpPr>
          <p:spPr>
            <a:xfrm>
              <a:off x="947" y="2109"/>
              <a:ext cx="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82" name="Google Shape;382;p13"/>
            <p:cNvCxnSpPr/>
            <p:nvPr/>
          </p:nvCxnSpPr>
          <p:spPr>
            <a:xfrm>
              <a:off x="998" y="2450"/>
              <a:ext cx="218" cy="117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83" name="Google Shape;383;p13"/>
            <p:cNvCxnSpPr/>
            <p:nvPr/>
          </p:nvCxnSpPr>
          <p:spPr>
            <a:xfrm>
              <a:off x="728" y="2713"/>
              <a:ext cx="225" cy="175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84" name="Google Shape;384;p13"/>
            <p:cNvCxnSpPr/>
            <p:nvPr/>
          </p:nvCxnSpPr>
          <p:spPr>
            <a:xfrm flipH="1">
              <a:off x="1019" y="2632"/>
              <a:ext cx="19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85" name="Google Shape;385;p13"/>
            <p:cNvCxnSpPr/>
            <p:nvPr/>
          </p:nvCxnSpPr>
          <p:spPr>
            <a:xfrm>
              <a:off x="983" y="2065"/>
              <a:ext cx="313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86" name="Google Shape;386;p13"/>
            <p:cNvCxnSpPr/>
            <p:nvPr/>
          </p:nvCxnSpPr>
          <p:spPr>
            <a:xfrm flipH="1">
              <a:off x="1245" y="2130"/>
              <a:ext cx="116" cy="422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87" name="Google Shape;387;p13"/>
            <p:cNvSpPr/>
            <p:nvPr/>
          </p:nvSpPr>
          <p:spPr>
            <a:xfrm>
              <a:off x="1507" y="2729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1740" y="2248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89" name="Google Shape;389;p13"/>
            <p:cNvCxnSpPr/>
            <p:nvPr/>
          </p:nvCxnSpPr>
          <p:spPr>
            <a:xfrm>
              <a:off x="1405" y="2087"/>
              <a:ext cx="342" cy="182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90" name="Google Shape;390;p13"/>
            <p:cNvCxnSpPr/>
            <p:nvPr/>
          </p:nvCxnSpPr>
          <p:spPr>
            <a:xfrm>
              <a:off x="1267" y="2610"/>
              <a:ext cx="261" cy="13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91" name="Google Shape;391;p13"/>
            <p:cNvCxnSpPr/>
            <p:nvPr/>
          </p:nvCxnSpPr>
          <p:spPr>
            <a:xfrm rot="10800000" flipH="1">
              <a:off x="1579" y="2341"/>
              <a:ext cx="197" cy="415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92" name="Google Shape;392;p13"/>
            <p:cNvCxnSpPr/>
            <p:nvPr/>
          </p:nvCxnSpPr>
          <p:spPr>
            <a:xfrm>
              <a:off x="1027" y="2952"/>
              <a:ext cx="232" cy="182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93" name="Google Shape;393;p13"/>
            <p:cNvCxnSpPr/>
            <p:nvPr/>
          </p:nvCxnSpPr>
          <p:spPr>
            <a:xfrm flipH="1">
              <a:off x="1339" y="2821"/>
              <a:ext cx="189" cy="328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94" name="Google Shape;394;p13"/>
            <p:cNvSpPr/>
            <p:nvPr/>
          </p:nvSpPr>
          <p:spPr>
            <a:xfrm>
              <a:off x="516" y="2028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512" y="2349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504" y="1635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898" y="1616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1304" y="1629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9" name="Google Shape;399;p13"/>
            <p:cNvCxnSpPr/>
            <p:nvPr/>
          </p:nvCxnSpPr>
          <p:spPr>
            <a:xfrm>
              <a:off x="949" y="1739"/>
              <a:ext cx="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00" name="Google Shape;400;p13"/>
            <p:cNvCxnSpPr/>
            <p:nvPr/>
          </p:nvCxnSpPr>
          <p:spPr>
            <a:xfrm>
              <a:off x="992" y="1674"/>
              <a:ext cx="313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01" name="Google Shape;401;p13"/>
            <p:cNvCxnSpPr/>
            <p:nvPr/>
          </p:nvCxnSpPr>
          <p:spPr>
            <a:xfrm>
              <a:off x="556" y="1761"/>
              <a:ext cx="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02" name="Google Shape;402;p13"/>
            <p:cNvCxnSpPr/>
            <p:nvPr/>
          </p:nvCxnSpPr>
          <p:spPr>
            <a:xfrm>
              <a:off x="620" y="2081"/>
              <a:ext cx="313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03" name="Google Shape;403;p13"/>
            <p:cNvCxnSpPr/>
            <p:nvPr/>
          </p:nvCxnSpPr>
          <p:spPr>
            <a:xfrm>
              <a:off x="579" y="1683"/>
              <a:ext cx="313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04" name="Google Shape;404;p13"/>
            <p:cNvCxnSpPr/>
            <p:nvPr/>
          </p:nvCxnSpPr>
          <p:spPr>
            <a:xfrm>
              <a:off x="1336" y="1748"/>
              <a:ext cx="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05" name="Google Shape;405;p13"/>
            <p:cNvCxnSpPr/>
            <p:nvPr/>
          </p:nvCxnSpPr>
          <p:spPr>
            <a:xfrm>
              <a:off x="563" y="2110"/>
              <a:ext cx="0" cy="24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06" name="Google Shape;406;p13"/>
            <p:cNvCxnSpPr/>
            <p:nvPr/>
          </p:nvCxnSpPr>
          <p:spPr>
            <a:xfrm>
              <a:off x="569" y="2443"/>
              <a:ext cx="109" cy="18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07" name="Google Shape;407;p13"/>
            <p:cNvSpPr/>
            <p:nvPr/>
          </p:nvSpPr>
          <p:spPr>
            <a:xfrm>
              <a:off x="451" y="2902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08" name="Google Shape;408;p13"/>
            <p:cNvCxnSpPr/>
            <p:nvPr/>
          </p:nvCxnSpPr>
          <p:spPr>
            <a:xfrm flipH="1">
              <a:off x="489" y="2443"/>
              <a:ext cx="65" cy="458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09" name="Google Shape;409;p13"/>
            <p:cNvCxnSpPr/>
            <p:nvPr/>
          </p:nvCxnSpPr>
          <p:spPr>
            <a:xfrm rot="10800000" flipH="1">
              <a:off x="532" y="2930"/>
              <a:ext cx="415" cy="36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10" name="Google Shape;410;p13"/>
            <p:cNvSpPr txBox="1"/>
            <p:nvPr/>
          </p:nvSpPr>
          <p:spPr>
            <a:xfrm>
              <a:off x="937" y="2213"/>
              <a:ext cx="259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DDE2C"/>
                </a:buClr>
                <a:buSzPts val="2400"/>
                <a:buFont typeface="Times New Roman"/>
                <a:buNone/>
              </a:pPr>
              <a:r>
                <a:rPr lang="en-US" sz="2400" b="1" i="1" u="none">
                  <a:solidFill>
                    <a:srgbClr val="3DDE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/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1191" y="2557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900" y="2026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" name="Google Shape;413;p13"/>
            <p:cNvSpPr txBox="1"/>
            <p:nvPr/>
          </p:nvSpPr>
          <p:spPr>
            <a:xfrm>
              <a:off x="1022" y="2453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414" name="Google Shape;414;p13"/>
            <p:cNvSpPr txBox="1"/>
            <p:nvPr/>
          </p:nvSpPr>
          <p:spPr>
            <a:xfrm>
              <a:off x="651" y="2368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415" name="Google Shape;415;p13"/>
            <p:cNvSpPr txBox="1"/>
            <p:nvPr/>
          </p:nvSpPr>
          <p:spPr>
            <a:xfrm>
              <a:off x="769" y="2061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</p:grpSp>
      <p:grpSp>
        <p:nvGrpSpPr>
          <p:cNvPr id="416" name="Google Shape;416;p13"/>
          <p:cNvGrpSpPr/>
          <p:nvPr/>
        </p:nvGrpSpPr>
        <p:grpSpPr>
          <a:xfrm>
            <a:off x="3275012" y="2209800"/>
            <a:ext cx="2398712" cy="2895600"/>
            <a:chOff x="2063" y="1392"/>
            <a:chExt cx="1511" cy="1824"/>
          </a:xfrm>
        </p:grpSpPr>
        <p:sp>
          <p:nvSpPr>
            <p:cNvPr id="417" name="Google Shape;417;p13"/>
            <p:cNvSpPr/>
            <p:nvPr/>
          </p:nvSpPr>
          <p:spPr>
            <a:xfrm>
              <a:off x="2658" y="2011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2646" y="2347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3012" y="3121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20" name="Google Shape;420;p13"/>
            <p:cNvCxnSpPr/>
            <p:nvPr/>
          </p:nvCxnSpPr>
          <p:spPr>
            <a:xfrm rot="10800000" flipH="1">
              <a:off x="2482" y="2437"/>
              <a:ext cx="174" cy="182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21" name="Google Shape;421;p13"/>
            <p:cNvCxnSpPr/>
            <p:nvPr/>
          </p:nvCxnSpPr>
          <p:spPr>
            <a:xfrm>
              <a:off x="2693" y="2096"/>
              <a:ext cx="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22" name="Google Shape;422;p13"/>
            <p:cNvCxnSpPr/>
            <p:nvPr/>
          </p:nvCxnSpPr>
          <p:spPr>
            <a:xfrm>
              <a:off x="2744" y="2437"/>
              <a:ext cx="218" cy="117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23" name="Google Shape;423;p13"/>
            <p:cNvCxnSpPr/>
            <p:nvPr/>
          </p:nvCxnSpPr>
          <p:spPr>
            <a:xfrm>
              <a:off x="2474" y="2700"/>
              <a:ext cx="225" cy="175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24" name="Google Shape;424;p13"/>
            <p:cNvCxnSpPr/>
            <p:nvPr/>
          </p:nvCxnSpPr>
          <p:spPr>
            <a:xfrm flipH="1">
              <a:off x="2765" y="2619"/>
              <a:ext cx="19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25" name="Google Shape;425;p13"/>
            <p:cNvCxnSpPr/>
            <p:nvPr/>
          </p:nvCxnSpPr>
          <p:spPr>
            <a:xfrm>
              <a:off x="2729" y="2052"/>
              <a:ext cx="313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26" name="Google Shape;426;p13"/>
            <p:cNvCxnSpPr/>
            <p:nvPr/>
          </p:nvCxnSpPr>
          <p:spPr>
            <a:xfrm flipH="1">
              <a:off x="2991" y="2117"/>
              <a:ext cx="116" cy="422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27" name="Google Shape;427;p13"/>
            <p:cNvSpPr/>
            <p:nvPr/>
          </p:nvSpPr>
          <p:spPr>
            <a:xfrm>
              <a:off x="3486" y="2235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28" name="Google Shape;428;p13"/>
            <p:cNvCxnSpPr/>
            <p:nvPr/>
          </p:nvCxnSpPr>
          <p:spPr>
            <a:xfrm>
              <a:off x="3151" y="2074"/>
              <a:ext cx="342" cy="182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29" name="Google Shape;429;p13"/>
            <p:cNvCxnSpPr/>
            <p:nvPr/>
          </p:nvCxnSpPr>
          <p:spPr>
            <a:xfrm>
              <a:off x="3013" y="2597"/>
              <a:ext cx="261" cy="13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30" name="Google Shape;430;p13"/>
            <p:cNvCxnSpPr/>
            <p:nvPr/>
          </p:nvCxnSpPr>
          <p:spPr>
            <a:xfrm rot="10800000" flipH="1">
              <a:off x="3325" y="2328"/>
              <a:ext cx="197" cy="415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31" name="Google Shape;431;p13"/>
            <p:cNvCxnSpPr/>
            <p:nvPr/>
          </p:nvCxnSpPr>
          <p:spPr>
            <a:xfrm>
              <a:off x="2773" y="2939"/>
              <a:ext cx="232" cy="182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32" name="Google Shape;432;p13"/>
            <p:cNvCxnSpPr/>
            <p:nvPr/>
          </p:nvCxnSpPr>
          <p:spPr>
            <a:xfrm flipH="1">
              <a:off x="3085" y="2808"/>
              <a:ext cx="189" cy="328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33" name="Google Shape;433;p13"/>
            <p:cNvSpPr/>
            <p:nvPr/>
          </p:nvSpPr>
          <p:spPr>
            <a:xfrm>
              <a:off x="2955" y="2541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2250" y="1622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5" name="Google Shape;435;p13"/>
            <p:cNvSpPr/>
            <p:nvPr/>
          </p:nvSpPr>
          <p:spPr>
            <a:xfrm>
              <a:off x="3050" y="1616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36" name="Google Shape;436;p13"/>
            <p:cNvCxnSpPr/>
            <p:nvPr/>
          </p:nvCxnSpPr>
          <p:spPr>
            <a:xfrm>
              <a:off x="2695" y="1726"/>
              <a:ext cx="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37" name="Google Shape;437;p13"/>
            <p:cNvCxnSpPr/>
            <p:nvPr/>
          </p:nvCxnSpPr>
          <p:spPr>
            <a:xfrm>
              <a:off x="2738" y="1661"/>
              <a:ext cx="313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38" name="Google Shape;438;p13"/>
            <p:cNvCxnSpPr/>
            <p:nvPr/>
          </p:nvCxnSpPr>
          <p:spPr>
            <a:xfrm>
              <a:off x="2302" y="1748"/>
              <a:ext cx="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39" name="Google Shape;439;p13"/>
            <p:cNvCxnSpPr/>
            <p:nvPr/>
          </p:nvCxnSpPr>
          <p:spPr>
            <a:xfrm>
              <a:off x="2366" y="2068"/>
              <a:ext cx="313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40" name="Google Shape;440;p13"/>
            <p:cNvCxnSpPr/>
            <p:nvPr/>
          </p:nvCxnSpPr>
          <p:spPr>
            <a:xfrm>
              <a:off x="2325" y="1670"/>
              <a:ext cx="313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41" name="Google Shape;441;p13"/>
            <p:cNvCxnSpPr/>
            <p:nvPr/>
          </p:nvCxnSpPr>
          <p:spPr>
            <a:xfrm>
              <a:off x="3082" y="1735"/>
              <a:ext cx="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42" name="Google Shape;442;p13"/>
            <p:cNvCxnSpPr/>
            <p:nvPr/>
          </p:nvCxnSpPr>
          <p:spPr>
            <a:xfrm>
              <a:off x="2309" y="2097"/>
              <a:ext cx="0" cy="24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43" name="Google Shape;443;p13"/>
            <p:cNvCxnSpPr/>
            <p:nvPr/>
          </p:nvCxnSpPr>
          <p:spPr>
            <a:xfrm>
              <a:off x="2315" y="2430"/>
              <a:ext cx="109" cy="18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44" name="Google Shape;444;p13"/>
            <p:cNvSpPr/>
            <p:nvPr/>
          </p:nvSpPr>
          <p:spPr>
            <a:xfrm>
              <a:off x="2197" y="2889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45" name="Google Shape;445;p13"/>
            <p:cNvCxnSpPr/>
            <p:nvPr/>
          </p:nvCxnSpPr>
          <p:spPr>
            <a:xfrm flipH="1">
              <a:off x="2235" y="2430"/>
              <a:ext cx="65" cy="458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46" name="Google Shape;446;p13"/>
            <p:cNvCxnSpPr/>
            <p:nvPr/>
          </p:nvCxnSpPr>
          <p:spPr>
            <a:xfrm rot="10800000" flipH="1">
              <a:off x="2278" y="2917"/>
              <a:ext cx="415" cy="36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47" name="Google Shape;447;p13"/>
            <p:cNvSpPr txBox="1"/>
            <p:nvPr/>
          </p:nvSpPr>
          <p:spPr>
            <a:xfrm>
              <a:off x="2683" y="2200"/>
              <a:ext cx="259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DDE2C"/>
                </a:buClr>
                <a:buSzPts val="2400"/>
                <a:buFont typeface="Times New Roman"/>
                <a:buNone/>
              </a:pPr>
              <a:r>
                <a:rPr lang="en-US" sz="2400" b="1" i="1" u="none">
                  <a:solidFill>
                    <a:srgbClr val="3DDE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>
              <a:off x="2398" y="2622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2959" y="2536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2654" y="2021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2261" y="2325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2248" y="2014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2642" y="1615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3036" y="2002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3263" y="2694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2697" y="2870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7" name="Google Shape;457;p13"/>
            <p:cNvSpPr txBox="1"/>
            <p:nvPr/>
          </p:nvSpPr>
          <p:spPr>
            <a:xfrm>
              <a:off x="2091" y="2246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58" name="Google Shape;458;p13"/>
            <p:cNvSpPr txBox="1"/>
            <p:nvPr/>
          </p:nvSpPr>
          <p:spPr>
            <a:xfrm>
              <a:off x="2063" y="1928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59" name="Google Shape;459;p13"/>
            <p:cNvSpPr txBox="1"/>
            <p:nvPr/>
          </p:nvSpPr>
          <p:spPr>
            <a:xfrm>
              <a:off x="2660" y="1392"/>
              <a:ext cx="19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60" name="Google Shape;460;p13"/>
            <p:cNvSpPr txBox="1"/>
            <p:nvPr/>
          </p:nvSpPr>
          <p:spPr>
            <a:xfrm>
              <a:off x="3076" y="1794"/>
              <a:ext cx="19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61" name="Google Shape;461;p13"/>
            <p:cNvSpPr txBox="1"/>
            <p:nvPr/>
          </p:nvSpPr>
          <p:spPr>
            <a:xfrm>
              <a:off x="3317" y="2646"/>
              <a:ext cx="19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62" name="Google Shape;462;p13"/>
            <p:cNvSpPr txBox="1"/>
            <p:nvPr/>
          </p:nvSpPr>
          <p:spPr>
            <a:xfrm>
              <a:off x="2570" y="2879"/>
              <a:ext cx="19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</p:grpSp>
      <p:grpSp>
        <p:nvGrpSpPr>
          <p:cNvPr id="463" name="Google Shape;463;p13"/>
          <p:cNvGrpSpPr/>
          <p:nvPr/>
        </p:nvGrpSpPr>
        <p:grpSpPr>
          <a:xfrm>
            <a:off x="6121400" y="2327275"/>
            <a:ext cx="2513012" cy="2751137"/>
            <a:chOff x="3856" y="1466"/>
            <a:chExt cx="1583" cy="1733"/>
          </a:xfrm>
        </p:grpSpPr>
        <p:sp>
          <p:nvSpPr>
            <p:cNvPr id="464" name="Google Shape;464;p13"/>
            <p:cNvSpPr/>
            <p:nvPr/>
          </p:nvSpPr>
          <p:spPr>
            <a:xfrm>
              <a:off x="4470" y="1962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4458" y="2298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6" name="Google Shape;466;p13"/>
            <p:cNvCxnSpPr/>
            <p:nvPr/>
          </p:nvCxnSpPr>
          <p:spPr>
            <a:xfrm rot="10800000" flipH="1">
              <a:off x="4294" y="2388"/>
              <a:ext cx="174" cy="182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67" name="Google Shape;467;p13"/>
            <p:cNvCxnSpPr/>
            <p:nvPr/>
          </p:nvCxnSpPr>
          <p:spPr>
            <a:xfrm>
              <a:off x="4505" y="2047"/>
              <a:ext cx="0" cy="257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68" name="Google Shape;468;p13"/>
            <p:cNvCxnSpPr/>
            <p:nvPr/>
          </p:nvCxnSpPr>
          <p:spPr>
            <a:xfrm>
              <a:off x="4556" y="2388"/>
              <a:ext cx="218" cy="117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69" name="Google Shape;469;p13"/>
            <p:cNvCxnSpPr/>
            <p:nvPr/>
          </p:nvCxnSpPr>
          <p:spPr>
            <a:xfrm>
              <a:off x="4286" y="2651"/>
              <a:ext cx="225" cy="175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70" name="Google Shape;470;p13"/>
            <p:cNvCxnSpPr/>
            <p:nvPr/>
          </p:nvCxnSpPr>
          <p:spPr>
            <a:xfrm flipH="1">
              <a:off x="4577" y="2570"/>
              <a:ext cx="19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71" name="Google Shape;471;p13"/>
            <p:cNvCxnSpPr/>
            <p:nvPr/>
          </p:nvCxnSpPr>
          <p:spPr>
            <a:xfrm>
              <a:off x="4541" y="2003"/>
              <a:ext cx="313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72" name="Google Shape;472;p13"/>
            <p:cNvCxnSpPr/>
            <p:nvPr/>
          </p:nvCxnSpPr>
          <p:spPr>
            <a:xfrm flipH="1">
              <a:off x="4803" y="2068"/>
              <a:ext cx="116" cy="422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73" name="Google Shape;473;p13"/>
            <p:cNvCxnSpPr/>
            <p:nvPr/>
          </p:nvCxnSpPr>
          <p:spPr>
            <a:xfrm>
              <a:off x="4963" y="2025"/>
              <a:ext cx="342" cy="182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74" name="Google Shape;474;p13"/>
            <p:cNvCxnSpPr/>
            <p:nvPr/>
          </p:nvCxnSpPr>
          <p:spPr>
            <a:xfrm>
              <a:off x="4825" y="2548"/>
              <a:ext cx="261" cy="13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75" name="Google Shape;475;p13"/>
            <p:cNvCxnSpPr/>
            <p:nvPr/>
          </p:nvCxnSpPr>
          <p:spPr>
            <a:xfrm rot="10800000" flipH="1">
              <a:off x="5137" y="2279"/>
              <a:ext cx="197" cy="415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76" name="Google Shape;476;p13"/>
            <p:cNvCxnSpPr/>
            <p:nvPr/>
          </p:nvCxnSpPr>
          <p:spPr>
            <a:xfrm>
              <a:off x="4585" y="2890"/>
              <a:ext cx="232" cy="182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77" name="Google Shape;477;p13"/>
            <p:cNvCxnSpPr/>
            <p:nvPr/>
          </p:nvCxnSpPr>
          <p:spPr>
            <a:xfrm flipH="1">
              <a:off x="4897" y="2759"/>
              <a:ext cx="189" cy="328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78" name="Google Shape;478;p13"/>
            <p:cNvSpPr/>
            <p:nvPr/>
          </p:nvSpPr>
          <p:spPr>
            <a:xfrm>
              <a:off x="4767" y="2492"/>
              <a:ext cx="88" cy="95"/>
            </a:xfrm>
            <a:prstGeom prst="ellipse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79" name="Google Shape;479;p13"/>
            <p:cNvCxnSpPr/>
            <p:nvPr/>
          </p:nvCxnSpPr>
          <p:spPr>
            <a:xfrm>
              <a:off x="4507" y="1677"/>
              <a:ext cx="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80" name="Google Shape;480;p13"/>
            <p:cNvCxnSpPr/>
            <p:nvPr/>
          </p:nvCxnSpPr>
          <p:spPr>
            <a:xfrm>
              <a:off x="4550" y="1612"/>
              <a:ext cx="313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81" name="Google Shape;481;p13"/>
            <p:cNvCxnSpPr/>
            <p:nvPr/>
          </p:nvCxnSpPr>
          <p:spPr>
            <a:xfrm>
              <a:off x="4114" y="1699"/>
              <a:ext cx="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82" name="Google Shape;482;p13"/>
            <p:cNvCxnSpPr/>
            <p:nvPr/>
          </p:nvCxnSpPr>
          <p:spPr>
            <a:xfrm>
              <a:off x="4178" y="2019"/>
              <a:ext cx="313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83" name="Google Shape;483;p13"/>
            <p:cNvCxnSpPr/>
            <p:nvPr/>
          </p:nvCxnSpPr>
          <p:spPr>
            <a:xfrm>
              <a:off x="4137" y="1621"/>
              <a:ext cx="313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84" name="Google Shape;484;p13"/>
            <p:cNvCxnSpPr/>
            <p:nvPr/>
          </p:nvCxnSpPr>
          <p:spPr>
            <a:xfrm>
              <a:off x="4894" y="1686"/>
              <a:ext cx="0" cy="26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85" name="Google Shape;485;p13"/>
            <p:cNvCxnSpPr/>
            <p:nvPr/>
          </p:nvCxnSpPr>
          <p:spPr>
            <a:xfrm>
              <a:off x="4121" y="2048"/>
              <a:ext cx="0" cy="24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86" name="Google Shape;486;p13"/>
            <p:cNvCxnSpPr/>
            <p:nvPr/>
          </p:nvCxnSpPr>
          <p:spPr>
            <a:xfrm>
              <a:off x="4127" y="2381"/>
              <a:ext cx="109" cy="189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87" name="Google Shape;487;p13"/>
            <p:cNvCxnSpPr/>
            <p:nvPr/>
          </p:nvCxnSpPr>
          <p:spPr>
            <a:xfrm flipH="1">
              <a:off x="4047" y="2381"/>
              <a:ext cx="65" cy="458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88" name="Google Shape;488;p13"/>
            <p:cNvCxnSpPr/>
            <p:nvPr/>
          </p:nvCxnSpPr>
          <p:spPr>
            <a:xfrm rot="10800000" flipH="1">
              <a:off x="4090" y="2868"/>
              <a:ext cx="415" cy="36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89" name="Google Shape;489;p13"/>
            <p:cNvSpPr txBox="1"/>
            <p:nvPr/>
          </p:nvSpPr>
          <p:spPr>
            <a:xfrm>
              <a:off x="4495" y="2151"/>
              <a:ext cx="259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DDE2C"/>
                </a:buClr>
                <a:buSzPts val="2400"/>
                <a:buFont typeface="Times New Roman"/>
                <a:buNone/>
              </a:pPr>
              <a:r>
                <a:rPr lang="en-US" sz="2400" b="1" i="1" u="none">
                  <a:solidFill>
                    <a:srgbClr val="3DDE2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/>
            </a:p>
          </p:txBody>
        </p:sp>
        <p:sp>
          <p:nvSpPr>
            <p:cNvPr id="490" name="Google Shape;490;p13"/>
            <p:cNvSpPr/>
            <p:nvPr/>
          </p:nvSpPr>
          <p:spPr>
            <a:xfrm>
              <a:off x="4210" y="2573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1" name="Google Shape;491;p13"/>
            <p:cNvSpPr/>
            <p:nvPr/>
          </p:nvSpPr>
          <p:spPr>
            <a:xfrm>
              <a:off x="4771" y="2487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2" name="Google Shape;492;p13"/>
            <p:cNvSpPr/>
            <p:nvPr/>
          </p:nvSpPr>
          <p:spPr>
            <a:xfrm>
              <a:off x="4466" y="1972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3" name="Google Shape;493;p13"/>
            <p:cNvSpPr/>
            <p:nvPr/>
          </p:nvSpPr>
          <p:spPr>
            <a:xfrm>
              <a:off x="4074" y="1579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4" name="Google Shape;494;p13"/>
            <p:cNvSpPr/>
            <p:nvPr/>
          </p:nvSpPr>
          <p:spPr>
            <a:xfrm>
              <a:off x="4847" y="1581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5" name="Google Shape;495;p13"/>
            <p:cNvSpPr/>
            <p:nvPr/>
          </p:nvSpPr>
          <p:spPr>
            <a:xfrm>
              <a:off x="5277" y="2215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6" name="Google Shape;496;p13"/>
            <p:cNvSpPr/>
            <p:nvPr/>
          </p:nvSpPr>
          <p:spPr>
            <a:xfrm>
              <a:off x="4813" y="3059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3986" y="2830"/>
              <a:ext cx="88" cy="95"/>
            </a:xfrm>
            <a:prstGeom prst="ellipse">
              <a:avLst/>
            </a:prstGeom>
            <a:solidFill>
              <a:srgbClr val="B2B2B2"/>
            </a:solidFill>
            <a:ln w="28575" cap="sq" cmpd="sng">
              <a:solidFill>
                <a:srgbClr val="B2B2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8" name="Google Shape;498;p13"/>
            <p:cNvSpPr/>
            <p:nvPr/>
          </p:nvSpPr>
          <p:spPr>
            <a:xfrm>
              <a:off x="4467" y="1580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9" name="Google Shape;499;p13"/>
            <p:cNvSpPr/>
            <p:nvPr/>
          </p:nvSpPr>
          <p:spPr>
            <a:xfrm>
              <a:off x="4083" y="1967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4080" y="2298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1" name="Google Shape;501;p13"/>
            <p:cNvSpPr/>
            <p:nvPr/>
          </p:nvSpPr>
          <p:spPr>
            <a:xfrm>
              <a:off x="4509" y="2821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2" name="Google Shape;502;p13"/>
            <p:cNvSpPr/>
            <p:nvPr/>
          </p:nvSpPr>
          <p:spPr>
            <a:xfrm>
              <a:off x="5042" y="2663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4860" y="1958"/>
              <a:ext cx="88" cy="95"/>
            </a:xfrm>
            <a:prstGeom prst="ellipse">
              <a:avLst/>
            </a:prstGeom>
            <a:solidFill>
              <a:schemeClr val="dk1"/>
            </a:solidFill>
            <a:ln w="28575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4" name="Google Shape;504;p13"/>
            <p:cNvSpPr txBox="1"/>
            <p:nvPr/>
          </p:nvSpPr>
          <p:spPr>
            <a:xfrm>
              <a:off x="3856" y="2859"/>
              <a:ext cx="19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505" name="Google Shape;505;p13"/>
            <p:cNvSpPr txBox="1"/>
            <p:nvPr/>
          </p:nvSpPr>
          <p:spPr>
            <a:xfrm>
              <a:off x="3894" y="1486"/>
              <a:ext cx="19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506" name="Google Shape;506;p13"/>
            <p:cNvSpPr txBox="1"/>
            <p:nvPr/>
          </p:nvSpPr>
          <p:spPr>
            <a:xfrm>
              <a:off x="4913" y="1466"/>
              <a:ext cx="19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507" name="Google Shape;507;p13"/>
            <p:cNvSpPr txBox="1"/>
            <p:nvPr/>
          </p:nvSpPr>
          <p:spPr>
            <a:xfrm>
              <a:off x="5249" y="1946"/>
              <a:ext cx="19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508" name="Google Shape;508;p13"/>
            <p:cNvSpPr txBox="1"/>
            <p:nvPr/>
          </p:nvSpPr>
          <p:spPr>
            <a:xfrm>
              <a:off x="4937" y="2911"/>
              <a:ext cx="19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1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4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514" name="Google Shape;514;p14"/>
          <p:cNvSpPr txBox="1">
            <a:spLocks noGrp="1"/>
          </p:cNvSpPr>
          <p:nvPr>
            <p:ph type="body" idx="1"/>
          </p:nvPr>
        </p:nvSpPr>
        <p:spPr>
          <a:xfrm>
            <a:off x="152400" y="152400"/>
            <a:ext cx="6019800" cy="6248400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BFS(G,s)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	for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vertex u in V[G] –  {s}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		</a:t>
            </a: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white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		     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∝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		     π[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nil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	color[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gray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	d[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0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	 π[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nil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	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Φ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	enqueue(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,s)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	</a:t>
            </a: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 ≠ Φ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		</a:t>
            </a: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 ← dequeue(Q)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			</a:t>
            </a: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Adj[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				</a:t>
            </a: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color[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= white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					</a:t>
            </a: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color[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gray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					         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+ 1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					         π[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					         enqueue(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			color[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black</a:t>
            </a:r>
            <a:endParaRPr/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rgbClr val="010000"/>
              </a:buClr>
              <a:buSzPts val="1800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14"/>
          <p:cNvSpPr txBox="1"/>
          <p:nvPr/>
        </p:nvSpPr>
        <p:spPr>
          <a:xfrm>
            <a:off x="6477000" y="1371600"/>
            <a:ext cx="1858962" cy="854075"/>
          </a:xfrm>
          <a:prstGeom prst="rect">
            <a:avLst/>
          </a:prstGeom>
          <a:noFill/>
          <a:ln w="28575" cap="sq" cmpd="sng">
            <a:solidFill>
              <a:schemeClr val="hlink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white: undiscovered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gray: discovered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black: finished</a:t>
            </a:r>
            <a:endParaRPr/>
          </a:p>
        </p:txBody>
      </p:sp>
      <p:sp>
        <p:nvSpPr>
          <p:cNvPr id="516" name="Google Shape;516;p14"/>
          <p:cNvSpPr txBox="1"/>
          <p:nvPr/>
        </p:nvSpPr>
        <p:spPr>
          <a:xfrm>
            <a:off x="6400800" y="2606675"/>
            <a:ext cx="2590800" cy="1343025"/>
          </a:xfrm>
          <a:prstGeom prst="rect">
            <a:avLst/>
          </a:prstGeom>
          <a:noFill/>
          <a:ln w="28575" cap="sq" cmpd="sng">
            <a:solidFill>
              <a:schemeClr val="hlink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queue of discovered vertices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color[</a:t>
            </a:r>
            <a:r>
              <a:rPr lang="en-US" sz="1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]: color of v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d[</a:t>
            </a:r>
            <a:r>
              <a:rPr lang="en-US" sz="1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]: distance from s to v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π[</a:t>
            </a:r>
            <a:r>
              <a:rPr lang="en-US" sz="1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]: predecessor of v</a:t>
            </a:r>
            <a:endParaRPr/>
          </a:p>
        </p:txBody>
      </p:sp>
      <p:sp>
        <p:nvSpPr>
          <p:cNvPr id="517" name="Google Shape;517;p14"/>
          <p:cNvSpPr txBox="1"/>
          <p:nvPr/>
        </p:nvSpPr>
        <p:spPr>
          <a:xfrm>
            <a:off x="6400800" y="4419600"/>
            <a:ext cx="271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lang="en-US" sz="2400" b="0" i="0" u="sng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animation.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5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523" name="Google Shape;523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(BFS)</a:t>
            </a:r>
            <a:endParaRPr/>
          </a:p>
        </p:txBody>
      </p:sp>
      <p:sp>
        <p:nvSpPr>
          <p:cNvPr id="524" name="Google Shape;524;p15"/>
          <p:cNvSpPr/>
          <p:nvPr/>
        </p:nvSpPr>
        <p:spPr>
          <a:xfrm>
            <a:off x="1876425" y="249713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15"/>
          <p:cNvSpPr txBox="1"/>
          <p:nvPr/>
        </p:nvSpPr>
        <p:spPr>
          <a:xfrm>
            <a:off x="1971675" y="2525712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26" name="Google Shape;526;p15"/>
          <p:cNvSpPr/>
          <p:nvPr/>
        </p:nvSpPr>
        <p:spPr>
          <a:xfrm>
            <a:off x="3357562" y="2490787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15"/>
          <p:cNvSpPr txBox="1"/>
          <p:nvPr/>
        </p:nvSpPr>
        <p:spPr>
          <a:xfrm>
            <a:off x="3481387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528" name="Google Shape;528;p15"/>
          <p:cNvCxnSpPr/>
          <p:nvPr/>
        </p:nvCxnSpPr>
        <p:spPr>
          <a:xfrm>
            <a:off x="2452687" y="2786062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29" name="Google Shape;529;p15"/>
          <p:cNvSpPr/>
          <p:nvPr/>
        </p:nvSpPr>
        <p:spPr>
          <a:xfrm>
            <a:off x="3357562" y="390683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0" name="Google Shape;530;p15"/>
          <p:cNvSpPr txBox="1"/>
          <p:nvPr/>
        </p:nvSpPr>
        <p:spPr>
          <a:xfrm>
            <a:off x="3452812" y="3935412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4838700" y="39004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15"/>
          <p:cNvSpPr txBox="1"/>
          <p:nvPr/>
        </p:nvSpPr>
        <p:spPr>
          <a:xfrm>
            <a:off x="4933950" y="3929062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533" name="Google Shape;533;p15"/>
          <p:cNvCxnSpPr/>
          <p:nvPr/>
        </p:nvCxnSpPr>
        <p:spPr>
          <a:xfrm>
            <a:off x="3933825" y="4195762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34" name="Google Shape;534;p15"/>
          <p:cNvSpPr/>
          <p:nvPr/>
        </p:nvSpPr>
        <p:spPr>
          <a:xfrm>
            <a:off x="6319837" y="3910012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15"/>
          <p:cNvSpPr txBox="1"/>
          <p:nvPr/>
        </p:nvSpPr>
        <p:spPr>
          <a:xfrm>
            <a:off x="6415087" y="3938587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536" name="Google Shape;536;p15"/>
          <p:cNvCxnSpPr/>
          <p:nvPr/>
        </p:nvCxnSpPr>
        <p:spPr>
          <a:xfrm>
            <a:off x="5414962" y="4205287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37" name="Google Shape;537;p15"/>
          <p:cNvSpPr/>
          <p:nvPr/>
        </p:nvSpPr>
        <p:spPr>
          <a:xfrm>
            <a:off x="4833937" y="24955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4929187" y="2524125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6315075" y="2505075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0" name="Google Shape;540;p15"/>
          <p:cNvSpPr txBox="1"/>
          <p:nvPr/>
        </p:nvSpPr>
        <p:spPr>
          <a:xfrm>
            <a:off x="6410325" y="2533650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541" name="Google Shape;541;p15"/>
          <p:cNvCxnSpPr/>
          <p:nvPr/>
        </p:nvCxnSpPr>
        <p:spPr>
          <a:xfrm>
            <a:off x="5410200" y="2800350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2" name="Google Shape;542;p15"/>
          <p:cNvSpPr/>
          <p:nvPr/>
        </p:nvSpPr>
        <p:spPr>
          <a:xfrm>
            <a:off x="1857375" y="390683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p15"/>
          <p:cNvSpPr txBox="1"/>
          <p:nvPr/>
        </p:nvSpPr>
        <p:spPr>
          <a:xfrm>
            <a:off x="1952625" y="3935412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544" name="Google Shape;544;p15"/>
          <p:cNvCxnSpPr/>
          <p:nvPr/>
        </p:nvCxnSpPr>
        <p:spPr>
          <a:xfrm>
            <a:off x="2163762" y="30591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45" name="Google Shape;545;p15"/>
          <p:cNvCxnSpPr/>
          <p:nvPr/>
        </p:nvCxnSpPr>
        <p:spPr>
          <a:xfrm>
            <a:off x="3644900" y="3068637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46" name="Google Shape;546;p15"/>
          <p:cNvCxnSpPr/>
          <p:nvPr/>
        </p:nvCxnSpPr>
        <p:spPr>
          <a:xfrm>
            <a:off x="5126037" y="30781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47" name="Google Shape;547;p15"/>
          <p:cNvCxnSpPr/>
          <p:nvPr/>
        </p:nvCxnSpPr>
        <p:spPr>
          <a:xfrm>
            <a:off x="6607175" y="3087687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48" name="Google Shape;548;p15"/>
          <p:cNvCxnSpPr/>
          <p:nvPr/>
        </p:nvCxnSpPr>
        <p:spPr>
          <a:xfrm rot="10800000" flipH="1">
            <a:off x="3852862" y="29448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9" name="Google Shape;549;p15"/>
          <p:cNvSpPr txBox="1"/>
          <p:nvPr/>
        </p:nvSpPr>
        <p:spPr>
          <a:xfrm>
            <a:off x="2057400" y="2084387"/>
            <a:ext cx="285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550" name="Google Shape;550;p15"/>
          <p:cNvSpPr txBox="1"/>
          <p:nvPr/>
        </p:nvSpPr>
        <p:spPr>
          <a:xfrm>
            <a:off x="3524250" y="2093912"/>
            <a:ext cx="303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551" name="Google Shape;551;p15"/>
          <p:cNvSpPr txBox="1"/>
          <p:nvPr/>
        </p:nvSpPr>
        <p:spPr>
          <a:xfrm>
            <a:off x="4991100" y="2103437"/>
            <a:ext cx="2682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552" name="Google Shape;552;p15"/>
          <p:cNvSpPr txBox="1"/>
          <p:nvPr/>
        </p:nvSpPr>
        <p:spPr>
          <a:xfrm>
            <a:off x="6457950" y="2112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553" name="Google Shape;553;p15"/>
          <p:cNvSpPr txBox="1"/>
          <p:nvPr/>
        </p:nvSpPr>
        <p:spPr>
          <a:xfrm>
            <a:off x="2009775" y="43799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554" name="Google Shape;554;p15"/>
          <p:cNvSpPr txBox="1"/>
          <p:nvPr/>
        </p:nvSpPr>
        <p:spPr>
          <a:xfrm>
            <a:off x="3490912" y="43894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555" name="Google Shape;555;p15"/>
          <p:cNvSpPr txBox="1"/>
          <p:nvPr/>
        </p:nvSpPr>
        <p:spPr>
          <a:xfrm>
            <a:off x="4986337" y="4398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556" name="Google Shape;556;p15"/>
          <p:cNvSpPr txBox="1"/>
          <p:nvPr/>
        </p:nvSpPr>
        <p:spPr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557" name="Google Shape;557;p15"/>
          <p:cNvSpPr txBox="1"/>
          <p:nvPr/>
        </p:nvSpPr>
        <p:spPr>
          <a:xfrm>
            <a:off x="3949700" y="5302250"/>
            <a:ext cx="822325" cy="8509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0</a:t>
            </a:r>
            <a:endParaRPr/>
          </a:p>
        </p:txBody>
      </p:sp>
      <p:sp>
        <p:nvSpPr>
          <p:cNvPr id="558" name="Google Shape;558;p15"/>
          <p:cNvSpPr txBox="1"/>
          <p:nvPr/>
        </p:nvSpPr>
        <p:spPr>
          <a:xfrm>
            <a:off x="2590800" y="838200"/>
            <a:ext cx="4273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(Courtesy of Prof. Jim Anderson)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6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564" name="Google Shape;56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(BFS)</a:t>
            </a:r>
            <a:endParaRPr/>
          </a:p>
        </p:txBody>
      </p:sp>
      <p:sp>
        <p:nvSpPr>
          <p:cNvPr id="565" name="Google Shape;565;p16"/>
          <p:cNvSpPr/>
          <p:nvPr/>
        </p:nvSpPr>
        <p:spPr>
          <a:xfrm>
            <a:off x="1876425" y="2497137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16"/>
          <p:cNvSpPr txBox="1"/>
          <p:nvPr/>
        </p:nvSpPr>
        <p:spPr>
          <a:xfrm>
            <a:off x="2000250" y="2560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3357562" y="24907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8" name="Google Shape;568;p16"/>
          <p:cNvSpPr txBox="1"/>
          <p:nvPr/>
        </p:nvSpPr>
        <p:spPr>
          <a:xfrm>
            <a:off x="3481387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569" name="Google Shape;569;p16"/>
          <p:cNvCxnSpPr/>
          <p:nvPr/>
        </p:nvCxnSpPr>
        <p:spPr>
          <a:xfrm>
            <a:off x="2452687" y="27860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70" name="Google Shape;570;p16"/>
          <p:cNvSpPr/>
          <p:nvPr/>
        </p:nvSpPr>
        <p:spPr>
          <a:xfrm>
            <a:off x="3357562" y="3906837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16"/>
          <p:cNvSpPr txBox="1"/>
          <p:nvPr/>
        </p:nvSpPr>
        <p:spPr>
          <a:xfrm>
            <a:off x="34813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4838700" y="39004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p16"/>
          <p:cNvSpPr txBox="1"/>
          <p:nvPr/>
        </p:nvSpPr>
        <p:spPr>
          <a:xfrm>
            <a:off x="4933950" y="3929062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574" name="Google Shape;574;p16"/>
          <p:cNvCxnSpPr/>
          <p:nvPr/>
        </p:nvCxnSpPr>
        <p:spPr>
          <a:xfrm>
            <a:off x="3933825" y="4195762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75" name="Google Shape;575;p16"/>
          <p:cNvSpPr/>
          <p:nvPr/>
        </p:nvSpPr>
        <p:spPr>
          <a:xfrm>
            <a:off x="6319837" y="3910012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6" name="Google Shape;576;p16"/>
          <p:cNvSpPr txBox="1"/>
          <p:nvPr/>
        </p:nvSpPr>
        <p:spPr>
          <a:xfrm>
            <a:off x="6415087" y="3938587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577" name="Google Shape;577;p16"/>
          <p:cNvCxnSpPr/>
          <p:nvPr/>
        </p:nvCxnSpPr>
        <p:spPr>
          <a:xfrm>
            <a:off x="5414962" y="4205287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78" name="Google Shape;578;p16"/>
          <p:cNvSpPr/>
          <p:nvPr/>
        </p:nvSpPr>
        <p:spPr>
          <a:xfrm>
            <a:off x="4833937" y="24955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p16"/>
          <p:cNvSpPr txBox="1"/>
          <p:nvPr/>
        </p:nvSpPr>
        <p:spPr>
          <a:xfrm>
            <a:off x="4929187" y="2524125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80" name="Google Shape;580;p16"/>
          <p:cNvSpPr/>
          <p:nvPr/>
        </p:nvSpPr>
        <p:spPr>
          <a:xfrm>
            <a:off x="6315075" y="2505075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1" name="Google Shape;581;p16"/>
          <p:cNvSpPr txBox="1"/>
          <p:nvPr/>
        </p:nvSpPr>
        <p:spPr>
          <a:xfrm>
            <a:off x="6410325" y="2533650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582" name="Google Shape;582;p16"/>
          <p:cNvCxnSpPr/>
          <p:nvPr/>
        </p:nvCxnSpPr>
        <p:spPr>
          <a:xfrm>
            <a:off x="5410200" y="2800350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83" name="Google Shape;583;p16"/>
          <p:cNvSpPr/>
          <p:nvPr/>
        </p:nvSpPr>
        <p:spPr>
          <a:xfrm>
            <a:off x="1857375" y="390683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p16"/>
          <p:cNvSpPr txBox="1"/>
          <p:nvPr/>
        </p:nvSpPr>
        <p:spPr>
          <a:xfrm>
            <a:off x="1952625" y="3935412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585" name="Google Shape;585;p16"/>
          <p:cNvCxnSpPr/>
          <p:nvPr/>
        </p:nvCxnSpPr>
        <p:spPr>
          <a:xfrm>
            <a:off x="2163762" y="30591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86" name="Google Shape;586;p16"/>
          <p:cNvCxnSpPr/>
          <p:nvPr/>
        </p:nvCxnSpPr>
        <p:spPr>
          <a:xfrm>
            <a:off x="3644900" y="30686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87" name="Google Shape;587;p16"/>
          <p:cNvCxnSpPr/>
          <p:nvPr/>
        </p:nvCxnSpPr>
        <p:spPr>
          <a:xfrm>
            <a:off x="5126037" y="30781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88" name="Google Shape;588;p16"/>
          <p:cNvCxnSpPr/>
          <p:nvPr/>
        </p:nvCxnSpPr>
        <p:spPr>
          <a:xfrm>
            <a:off x="6607175" y="3087687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89" name="Google Shape;589;p16"/>
          <p:cNvCxnSpPr/>
          <p:nvPr/>
        </p:nvCxnSpPr>
        <p:spPr>
          <a:xfrm rot="10800000" flipH="1">
            <a:off x="3852862" y="29448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0" name="Google Shape;590;p16"/>
          <p:cNvSpPr txBox="1"/>
          <p:nvPr/>
        </p:nvSpPr>
        <p:spPr>
          <a:xfrm>
            <a:off x="2057400" y="2084387"/>
            <a:ext cx="285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591" name="Google Shape;591;p16"/>
          <p:cNvSpPr txBox="1"/>
          <p:nvPr/>
        </p:nvSpPr>
        <p:spPr>
          <a:xfrm>
            <a:off x="3524250" y="2093912"/>
            <a:ext cx="303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592" name="Google Shape;592;p16"/>
          <p:cNvSpPr txBox="1"/>
          <p:nvPr/>
        </p:nvSpPr>
        <p:spPr>
          <a:xfrm>
            <a:off x="4991100" y="2103437"/>
            <a:ext cx="2682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593" name="Google Shape;593;p16"/>
          <p:cNvSpPr txBox="1"/>
          <p:nvPr/>
        </p:nvSpPr>
        <p:spPr>
          <a:xfrm>
            <a:off x="6457950" y="2112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594" name="Google Shape;594;p16"/>
          <p:cNvSpPr txBox="1"/>
          <p:nvPr/>
        </p:nvSpPr>
        <p:spPr>
          <a:xfrm>
            <a:off x="2009775" y="43799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595" name="Google Shape;595;p16"/>
          <p:cNvSpPr txBox="1"/>
          <p:nvPr/>
        </p:nvSpPr>
        <p:spPr>
          <a:xfrm>
            <a:off x="3490912" y="43894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596" name="Google Shape;596;p16"/>
          <p:cNvSpPr txBox="1"/>
          <p:nvPr/>
        </p:nvSpPr>
        <p:spPr>
          <a:xfrm>
            <a:off x="4986337" y="4398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597" name="Google Shape;597;p16"/>
          <p:cNvSpPr txBox="1"/>
          <p:nvPr/>
        </p:nvSpPr>
        <p:spPr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598" name="Google Shape;598;p16"/>
          <p:cNvSpPr txBox="1"/>
          <p:nvPr/>
        </p:nvSpPr>
        <p:spPr>
          <a:xfrm>
            <a:off x="3949700" y="5302250"/>
            <a:ext cx="1203325" cy="8509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  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1  1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7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604" name="Google Shape;604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(BFS)</a:t>
            </a:r>
            <a:endParaRPr/>
          </a:p>
        </p:txBody>
      </p:sp>
      <p:sp>
        <p:nvSpPr>
          <p:cNvPr id="605" name="Google Shape;605;p17"/>
          <p:cNvSpPr/>
          <p:nvPr/>
        </p:nvSpPr>
        <p:spPr>
          <a:xfrm>
            <a:off x="1876425" y="2497137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6" name="Google Shape;606;p17"/>
          <p:cNvSpPr txBox="1"/>
          <p:nvPr/>
        </p:nvSpPr>
        <p:spPr>
          <a:xfrm>
            <a:off x="2000250" y="2560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07" name="Google Shape;607;p17"/>
          <p:cNvSpPr/>
          <p:nvPr/>
        </p:nvSpPr>
        <p:spPr>
          <a:xfrm>
            <a:off x="3357562" y="24907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8" name="Google Shape;608;p17"/>
          <p:cNvSpPr txBox="1"/>
          <p:nvPr/>
        </p:nvSpPr>
        <p:spPr>
          <a:xfrm>
            <a:off x="3481387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609" name="Google Shape;609;p17"/>
          <p:cNvCxnSpPr/>
          <p:nvPr/>
        </p:nvCxnSpPr>
        <p:spPr>
          <a:xfrm>
            <a:off x="2452687" y="27860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10" name="Google Shape;610;p17"/>
          <p:cNvSpPr/>
          <p:nvPr/>
        </p:nvSpPr>
        <p:spPr>
          <a:xfrm>
            <a:off x="3357562" y="39068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17"/>
          <p:cNvSpPr txBox="1"/>
          <p:nvPr/>
        </p:nvSpPr>
        <p:spPr>
          <a:xfrm>
            <a:off x="34813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12" name="Google Shape;612;p17"/>
          <p:cNvSpPr/>
          <p:nvPr/>
        </p:nvSpPr>
        <p:spPr>
          <a:xfrm>
            <a:off x="4838700" y="3900487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3" name="Google Shape;613;p17"/>
          <p:cNvSpPr txBox="1"/>
          <p:nvPr/>
        </p:nvSpPr>
        <p:spPr>
          <a:xfrm>
            <a:off x="4962525" y="39354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614" name="Google Shape;614;p17"/>
          <p:cNvCxnSpPr/>
          <p:nvPr/>
        </p:nvCxnSpPr>
        <p:spPr>
          <a:xfrm>
            <a:off x="3933825" y="41957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15" name="Google Shape;615;p17"/>
          <p:cNvSpPr/>
          <p:nvPr/>
        </p:nvSpPr>
        <p:spPr>
          <a:xfrm>
            <a:off x="6319837" y="3910012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6" name="Google Shape;616;p17"/>
          <p:cNvSpPr txBox="1"/>
          <p:nvPr/>
        </p:nvSpPr>
        <p:spPr>
          <a:xfrm>
            <a:off x="6415087" y="3938587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617" name="Google Shape;617;p17"/>
          <p:cNvCxnSpPr/>
          <p:nvPr/>
        </p:nvCxnSpPr>
        <p:spPr>
          <a:xfrm>
            <a:off x="5414962" y="4205287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18" name="Google Shape;618;p17"/>
          <p:cNvSpPr/>
          <p:nvPr/>
        </p:nvSpPr>
        <p:spPr>
          <a:xfrm>
            <a:off x="4833937" y="2495550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9" name="Google Shape;619;p17"/>
          <p:cNvSpPr txBox="1"/>
          <p:nvPr/>
        </p:nvSpPr>
        <p:spPr>
          <a:xfrm>
            <a:off x="4957762" y="253047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20" name="Google Shape;620;p17"/>
          <p:cNvSpPr/>
          <p:nvPr/>
        </p:nvSpPr>
        <p:spPr>
          <a:xfrm>
            <a:off x="6315075" y="2505075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p17"/>
          <p:cNvSpPr txBox="1"/>
          <p:nvPr/>
        </p:nvSpPr>
        <p:spPr>
          <a:xfrm>
            <a:off x="6410325" y="2533650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622" name="Google Shape;622;p17"/>
          <p:cNvCxnSpPr/>
          <p:nvPr/>
        </p:nvCxnSpPr>
        <p:spPr>
          <a:xfrm>
            <a:off x="5410200" y="2800350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23" name="Google Shape;623;p17"/>
          <p:cNvSpPr/>
          <p:nvPr/>
        </p:nvSpPr>
        <p:spPr>
          <a:xfrm>
            <a:off x="1857375" y="390683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17"/>
          <p:cNvSpPr txBox="1"/>
          <p:nvPr/>
        </p:nvSpPr>
        <p:spPr>
          <a:xfrm>
            <a:off x="1952625" y="3935412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625" name="Google Shape;625;p17"/>
          <p:cNvCxnSpPr/>
          <p:nvPr/>
        </p:nvCxnSpPr>
        <p:spPr>
          <a:xfrm>
            <a:off x="2163762" y="30591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6" name="Google Shape;626;p17"/>
          <p:cNvCxnSpPr/>
          <p:nvPr/>
        </p:nvCxnSpPr>
        <p:spPr>
          <a:xfrm>
            <a:off x="3644900" y="30686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7" name="Google Shape;627;p17"/>
          <p:cNvCxnSpPr/>
          <p:nvPr/>
        </p:nvCxnSpPr>
        <p:spPr>
          <a:xfrm>
            <a:off x="5126037" y="30781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8" name="Google Shape;628;p17"/>
          <p:cNvCxnSpPr/>
          <p:nvPr/>
        </p:nvCxnSpPr>
        <p:spPr>
          <a:xfrm>
            <a:off x="6607175" y="3087687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9" name="Google Shape;629;p17"/>
          <p:cNvCxnSpPr/>
          <p:nvPr/>
        </p:nvCxnSpPr>
        <p:spPr>
          <a:xfrm rot="10800000" flipH="1">
            <a:off x="3852862" y="2944812"/>
            <a:ext cx="1023937" cy="1028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0" name="Google Shape;630;p17"/>
          <p:cNvSpPr txBox="1"/>
          <p:nvPr/>
        </p:nvSpPr>
        <p:spPr>
          <a:xfrm>
            <a:off x="2057400" y="2084387"/>
            <a:ext cx="285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631" name="Google Shape;631;p17"/>
          <p:cNvSpPr txBox="1"/>
          <p:nvPr/>
        </p:nvSpPr>
        <p:spPr>
          <a:xfrm>
            <a:off x="3524250" y="2093912"/>
            <a:ext cx="303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632" name="Google Shape;632;p17"/>
          <p:cNvSpPr txBox="1"/>
          <p:nvPr/>
        </p:nvSpPr>
        <p:spPr>
          <a:xfrm>
            <a:off x="4991100" y="2103437"/>
            <a:ext cx="2682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633" name="Google Shape;633;p17"/>
          <p:cNvSpPr txBox="1"/>
          <p:nvPr/>
        </p:nvSpPr>
        <p:spPr>
          <a:xfrm>
            <a:off x="6457950" y="2112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634" name="Google Shape;634;p17"/>
          <p:cNvSpPr txBox="1"/>
          <p:nvPr/>
        </p:nvSpPr>
        <p:spPr>
          <a:xfrm>
            <a:off x="2009775" y="43799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635" name="Google Shape;635;p17"/>
          <p:cNvSpPr txBox="1"/>
          <p:nvPr/>
        </p:nvSpPr>
        <p:spPr>
          <a:xfrm>
            <a:off x="3490912" y="43894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636" name="Google Shape;636;p17"/>
          <p:cNvSpPr txBox="1"/>
          <p:nvPr/>
        </p:nvSpPr>
        <p:spPr>
          <a:xfrm>
            <a:off x="4986337" y="4398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637" name="Google Shape;637;p17"/>
          <p:cNvSpPr txBox="1"/>
          <p:nvPr/>
        </p:nvSpPr>
        <p:spPr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638" name="Google Shape;638;p17"/>
          <p:cNvSpPr txBox="1"/>
          <p:nvPr/>
        </p:nvSpPr>
        <p:spPr>
          <a:xfrm>
            <a:off x="3949700" y="5302250"/>
            <a:ext cx="1431925" cy="8509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   t  x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1  2  2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8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644" name="Google Shape;644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(BFS)</a:t>
            </a:r>
            <a:endParaRPr/>
          </a:p>
        </p:txBody>
      </p:sp>
      <p:sp>
        <p:nvSpPr>
          <p:cNvPr id="645" name="Google Shape;645;p18"/>
          <p:cNvSpPr/>
          <p:nvPr/>
        </p:nvSpPr>
        <p:spPr>
          <a:xfrm>
            <a:off x="1876425" y="24971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6" name="Google Shape;646;p18"/>
          <p:cNvSpPr txBox="1"/>
          <p:nvPr/>
        </p:nvSpPr>
        <p:spPr>
          <a:xfrm>
            <a:off x="2000250" y="2560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47" name="Google Shape;647;p18"/>
          <p:cNvSpPr/>
          <p:nvPr/>
        </p:nvSpPr>
        <p:spPr>
          <a:xfrm>
            <a:off x="3357562" y="24907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Google Shape;648;p18"/>
          <p:cNvSpPr txBox="1"/>
          <p:nvPr/>
        </p:nvSpPr>
        <p:spPr>
          <a:xfrm>
            <a:off x="3481387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649" name="Google Shape;649;p18"/>
          <p:cNvCxnSpPr/>
          <p:nvPr/>
        </p:nvCxnSpPr>
        <p:spPr>
          <a:xfrm>
            <a:off x="2452687" y="27860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50" name="Google Shape;650;p18"/>
          <p:cNvSpPr/>
          <p:nvPr/>
        </p:nvSpPr>
        <p:spPr>
          <a:xfrm>
            <a:off x="3357562" y="39068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1" name="Google Shape;651;p18"/>
          <p:cNvSpPr txBox="1"/>
          <p:nvPr/>
        </p:nvSpPr>
        <p:spPr>
          <a:xfrm>
            <a:off x="34813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52" name="Google Shape;652;p18"/>
          <p:cNvSpPr/>
          <p:nvPr/>
        </p:nvSpPr>
        <p:spPr>
          <a:xfrm>
            <a:off x="4838700" y="3900487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3" name="Google Shape;653;p18"/>
          <p:cNvSpPr txBox="1"/>
          <p:nvPr/>
        </p:nvSpPr>
        <p:spPr>
          <a:xfrm>
            <a:off x="4962525" y="39354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654" name="Google Shape;654;p18"/>
          <p:cNvCxnSpPr/>
          <p:nvPr/>
        </p:nvCxnSpPr>
        <p:spPr>
          <a:xfrm>
            <a:off x="3933825" y="41957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55" name="Google Shape;655;p18"/>
          <p:cNvSpPr/>
          <p:nvPr/>
        </p:nvSpPr>
        <p:spPr>
          <a:xfrm>
            <a:off x="6319837" y="3910012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6" name="Google Shape;656;p18"/>
          <p:cNvSpPr txBox="1"/>
          <p:nvPr/>
        </p:nvSpPr>
        <p:spPr>
          <a:xfrm>
            <a:off x="6415087" y="3938587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657" name="Google Shape;657;p18"/>
          <p:cNvCxnSpPr/>
          <p:nvPr/>
        </p:nvCxnSpPr>
        <p:spPr>
          <a:xfrm>
            <a:off x="5414962" y="4205287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58" name="Google Shape;658;p18"/>
          <p:cNvSpPr/>
          <p:nvPr/>
        </p:nvSpPr>
        <p:spPr>
          <a:xfrm>
            <a:off x="4833937" y="2495550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p18"/>
          <p:cNvSpPr txBox="1"/>
          <p:nvPr/>
        </p:nvSpPr>
        <p:spPr>
          <a:xfrm>
            <a:off x="4957762" y="253047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60" name="Google Shape;660;p18"/>
          <p:cNvSpPr/>
          <p:nvPr/>
        </p:nvSpPr>
        <p:spPr>
          <a:xfrm>
            <a:off x="6315075" y="2505075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1" name="Google Shape;661;p18"/>
          <p:cNvSpPr txBox="1"/>
          <p:nvPr/>
        </p:nvSpPr>
        <p:spPr>
          <a:xfrm>
            <a:off x="6410325" y="2533650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662" name="Google Shape;662;p18"/>
          <p:cNvCxnSpPr/>
          <p:nvPr/>
        </p:nvCxnSpPr>
        <p:spPr>
          <a:xfrm>
            <a:off x="5410200" y="2800350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63" name="Google Shape;663;p18"/>
          <p:cNvSpPr/>
          <p:nvPr/>
        </p:nvSpPr>
        <p:spPr>
          <a:xfrm>
            <a:off x="1857375" y="3906837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4" name="Google Shape;664;p18"/>
          <p:cNvSpPr txBox="1"/>
          <p:nvPr/>
        </p:nvSpPr>
        <p:spPr>
          <a:xfrm>
            <a:off x="19954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665" name="Google Shape;665;p18"/>
          <p:cNvCxnSpPr/>
          <p:nvPr/>
        </p:nvCxnSpPr>
        <p:spPr>
          <a:xfrm>
            <a:off x="2163762" y="3059112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66" name="Google Shape;666;p18"/>
          <p:cNvCxnSpPr/>
          <p:nvPr/>
        </p:nvCxnSpPr>
        <p:spPr>
          <a:xfrm>
            <a:off x="3644900" y="30686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67" name="Google Shape;667;p18"/>
          <p:cNvCxnSpPr/>
          <p:nvPr/>
        </p:nvCxnSpPr>
        <p:spPr>
          <a:xfrm>
            <a:off x="5126037" y="30781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68" name="Google Shape;668;p18"/>
          <p:cNvCxnSpPr/>
          <p:nvPr/>
        </p:nvCxnSpPr>
        <p:spPr>
          <a:xfrm>
            <a:off x="6607175" y="3087687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69" name="Google Shape;669;p18"/>
          <p:cNvCxnSpPr/>
          <p:nvPr/>
        </p:nvCxnSpPr>
        <p:spPr>
          <a:xfrm rot="10800000" flipH="1">
            <a:off x="3852862" y="2944812"/>
            <a:ext cx="1023937" cy="1028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70" name="Google Shape;670;p18"/>
          <p:cNvSpPr txBox="1"/>
          <p:nvPr/>
        </p:nvSpPr>
        <p:spPr>
          <a:xfrm>
            <a:off x="2057400" y="2084387"/>
            <a:ext cx="285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671" name="Google Shape;671;p18"/>
          <p:cNvSpPr txBox="1"/>
          <p:nvPr/>
        </p:nvSpPr>
        <p:spPr>
          <a:xfrm>
            <a:off x="3524250" y="2093912"/>
            <a:ext cx="303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672" name="Google Shape;672;p18"/>
          <p:cNvSpPr txBox="1"/>
          <p:nvPr/>
        </p:nvSpPr>
        <p:spPr>
          <a:xfrm>
            <a:off x="4991100" y="2103437"/>
            <a:ext cx="2682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673" name="Google Shape;673;p18"/>
          <p:cNvSpPr txBox="1"/>
          <p:nvPr/>
        </p:nvSpPr>
        <p:spPr>
          <a:xfrm>
            <a:off x="6457950" y="2112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674" name="Google Shape;674;p18"/>
          <p:cNvSpPr txBox="1"/>
          <p:nvPr/>
        </p:nvSpPr>
        <p:spPr>
          <a:xfrm>
            <a:off x="2009775" y="43799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675" name="Google Shape;675;p18"/>
          <p:cNvSpPr txBox="1"/>
          <p:nvPr/>
        </p:nvSpPr>
        <p:spPr>
          <a:xfrm>
            <a:off x="3490912" y="43894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676" name="Google Shape;676;p18"/>
          <p:cNvSpPr txBox="1"/>
          <p:nvPr/>
        </p:nvSpPr>
        <p:spPr>
          <a:xfrm>
            <a:off x="4986337" y="4398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677" name="Google Shape;677;p18"/>
          <p:cNvSpPr txBox="1"/>
          <p:nvPr/>
        </p:nvSpPr>
        <p:spPr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678" name="Google Shape;678;p18"/>
          <p:cNvSpPr txBox="1"/>
          <p:nvPr/>
        </p:nvSpPr>
        <p:spPr>
          <a:xfrm>
            <a:off x="3949700" y="5302250"/>
            <a:ext cx="1431925" cy="8509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  x  v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2  2  2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9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684" name="Google Shape;684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(BFS)</a:t>
            </a:r>
            <a:endParaRPr/>
          </a:p>
        </p:txBody>
      </p:sp>
      <p:sp>
        <p:nvSpPr>
          <p:cNvPr id="685" name="Google Shape;685;p19"/>
          <p:cNvSpPr/>
          <p:nvPr/>
        </p:nvSpPr>
        <p:spPr>
          <a:xfrm>
            <a:off x="1876425" y="24971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6" name="Google Shape;686;p19"/>
          <p:cNvSpPr txBox="1"/>
          <p:nvPr/>
        </p:nvSpPr>
        <p:spPr>
          <a:xfrm>
            <a:off x="2000250" y="2560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87" name="Google Shape;687;p19"/>
          <p:cNvSpPr/>
          <p:nvPr/>
        </p:nvSpPr>
        <p:spPr>
          <a:xfrm>
            <a:off x="3357562" y="24907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19"/>
          <p:cNvSpPr txBox="1"/>
          <p:nvPr/>
        </p:nvSpPr>
        <p:spPr>
          <a:xfrm>
            <a:off x="3481387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689" name="Google Shape;689;p19"/>
          <p:cNvCxnSpPr/>
          <p:nvPr/>
        </p:nvCxnSpPr>
        <p:spPr>
          <a:xfrm>
            <a:off x="2452687" y="27860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90" name="Google Shape;690;p19"/>
          <p:cNvSpPr/>
          <p:nvPr/>
        </p:nvSpPr>
        <p:spPr>
          <a:xfrm>
            <a:off x="3357562" y="39068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1" name="Google Shape;691;p19"/>
          <p:cNvSpPr txBox="1"/>
          <p:nvPr/>
        </p:nvSpPr>
        <p:spPr>
          <a:xfrm>
            <a:off x="34813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92" name="Google Shape;692;p19"/>
          <p:cNvSpPr/>
          <p:nvPr/>
        </p:nvSpPr>
        <p:spPr>
          <a:xfrm>
            <a:off x="4838700" y="3900487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3" name="Google Shape;693;p19"/>
          <p:cNvSpPr txBox="1"/>
          <p:nvPr/>
        </p:nvSpPr>
        <p:spPr>
          <a:xfrm>
            <a:off x="4962525" y="39354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694" name="Google Shape;694;p19"/>
          <p:cNvCxnSpPr/>
          <p:nvPr/>
        </p:nvCxnSpPr>
        <p:spPr>
          <a:xfrm>
            <a:off x="3933825" y="41957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95" name="Google Shape;695;p19"/>
          <p:cNvSpPr/>
          <p:nvPr/>
        </p:nvSpPr>
        <p:spPr>
          <a:xfrm>
            <a:off x="6319837" y="3910012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19"/>
          <p:cNvSpPr txBox="1"/>
          <p:nvPr/>
        </p:nvSpPr>
        <p:spPr>
          <a:xfrm>
            <a:off x="6415087" y="3938587"/>
            <a:ext cx="401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cxnSp>
        <p:nvCxnSpPr>
          <p:cNvPr id="697" name="Google Shape;697;p19"/>
          <p:cNvCxnSpPr/>
          <p:nvPr/>
        </p:nvCxnSpPr>
        <p:spPr>
          <a:xfrm>
            <a:off x="5414962" y="4205287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98" name="Google Shape;698;p19"/>
          <p:cNvSpPr/>
          <p:nvPr/>
        </p:nvSpPr>
        <p:spPr>
          <a:xfrm>
            <a:off x="4833937" y="2495550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19"/>
          <p:cNvSpPr txBox="1"/>
          <p:nvPr/>
        </p:nvSpPr>
        <p:spPr>
          <a:xfrm>
            <a:off x="4957762" y="253047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700" name="Google Shape;700;p19"/>
          <p:cNvSpPr/>
          <p:nvPr/>
        </p:nvSpPr>
        <p:spPr>
          <a:xfrm>
            <a:off x="6315075" y="2505075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1" name="Google Shape;701;p19"/>
          <p:cNvSpPr txBox="1"/>
          <p:nvPr/>
        </p:nvSpPr>
        <p:spPr>
          <a:xfrm>
            <a:off x="6438900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702" name="Google Shape;702;p19"/>
          <p:cNvCxnSpPr/>
          <p:nvPr/>
        </p:nvCxnSpPr>
        <p:spPr>
          <a:xfrm>
            <a:off x="5410200" y="2800350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03" name="Google Shape;703;p19"/>
          <p:cNvSpPr/>
          <p:nvPr/>
        </p:nvSpPr>
        <p:spPr>
          <a:xfrm>
            <a:off x="1857375" y="3906837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19"/>
          <p:cNvSpPr txBox="1"/>
          <p:nvPr/>
        </p:nvSpPr>
        <p:spPr>
          <a:xfrm>
            <a:off x="19954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705" name="Google Shape;705;p19"/>
          <p:cNvCxnSpPr/>
          <p:nvPr/>
        </p:nvCxnSpPr>
        <p:spPr>
          <a:xfrm>
            <a:off x="2163762" y="3059112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06" name="Google Shape;706;p19"/>
          <p:cNvCxnSpPr/>
          <p:nvPr/>
        </p:nvCxnSpPr>
        <p:spPr>
          <a:xfrm>
            <a:off x="3644900" y="30686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07" name="Google Shape;707;p19"/>
          <p:cNvCxnSpPr/>
          <p:nvPr/>
        </p:nvCxnSpPr>
        <p:spPr>
          <a:xfrm>
            <a:off x="5126037" y="30781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08" name="Google Shape;708;p19"/>
          <p:cNvCxnSpPr/>
          <p:nvPr/>
        </p:nvCxnSpPr>
        <p:spPr>
          <a:xfrm>
            <a:off x="6607175" y="3087687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09" name="Google Shape;709;p19"/>
          <p:cNvCxnSpPr/>
          <p:nvPr/>
        </p:nvCxnSpPr>
        <p:spPr>
          <a:xfrm rot="10800000" flipH="1">
            <a:off x="3852862" y="2944812"/>
            <a:ext cx="1023937" cy="1028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10" name="Google Shape;710;p19"/>
          <p:cNvSpPr txBox="1"/>
          <p:nvPr/>
        </p:nvSpPr>
        <p:spPr>
          <a:xfrm>
            <a:off x="2057400" y="2084387"/>
            <a:ext cx="285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711" name="Google Shape;711;p19"/>
          <p:cNvSpPr txBox="1"/>
          <p:nvPr/>
        </p:nvSpPr>
        <p:spPr>
          <a:xfrm>
            <a:off x="3524250" y="2093912"/>
            <a:ext cx="303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712" name="Google Shape;712;p19"/>
          <p:cNvSpPr txBox="1"/>
          <p:nvPr/>
        </p:nvSpPr>
        <p:spPr>
          <a:xfrm>
            <a:off x="4991100" y="2103437"/>
            <a:ext cx="2682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713" name="Google Shape;713;p19"/>
          <p:cNvSpPr txBox="1"/>
          <p:nvPr/>
        </p:nvSpPr>
        <p:spPr>
          <a:xfrm>
            <a:off x="6457950" y="2112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714" name="Google Shape;714;p19"/>
          <p:cNvSpPr txBox="1"/>
          <p:nvPr/>
        </p:nvSpPr>
        <p:spPr>
          <a:xfrm>
            <a:off x="2009775" y="43799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715" name="Google Shape;715;p19"/>
          <p:cNvSpPr txBox="1"/>
          <p:nvPr/>
        </p:nvSpPr>
        <p:spPr>
          <a:xfrm>
            <a:off x="3490912" y="43894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716" name="Google Shape;716;p19"/>
          <p:cNvSpPr txBox="1"/>
          <p:nvPr/>
        </p:nvSpPr>
        <p:spPr>
          <a:xfrm>
            <a:off x="4986337" y="4398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717" name="Google Shape;717;p19"/>
          <p:cNvSpPr txBox="1"/>
          <p:nvPr/>
        </p:nvSpPr>
        <p:spPr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718" name="Google Shape;718;p19"/>
          <p:cNvSpPr txBox="1"/>
          <p:nvPr/>
        </p:nvSpPr>
        <p:spPr>
          <a:xfrm>
            <a:off x="3949700" y="5302250"/>
            <a:ext cx="1465262" cy="8509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x  v  u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2  2  3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0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724" name="Google Shape;724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(BFS)</a:t>
            </a:r>
            <a:endParaRPr/>
          </a:p>
        </p:txBody>
      </p:sp>
      <p:sp>
        <p:nvSpPr>
          <p:cNvPr id="725" name="Google Shape;725;p20"/>
          <p:cNvSpPr/>
          <p:nvPr/>
        </p:nvSpPr>
        <p:spPr>
          <a:xfrm>
            <a:off x="1876425" y="24971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6" name="Google Shape;726;p20"/>
          <p:cNvSpPr txBox="1"/>
          <p:nvPr/>
        </p:nvSpPr>
        <p:spPr>
          <a:xfrm>
            <a:off x="2000250" y="2560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27" name="Google Shape;727;p20"/>
          <p:cNvSpPr/>
          <p:nvPr/>
        </p:nvSpPr>
        <p:spPr>
          <a:xfrm>
            <a:off x="3357562" y="24907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8" name="Google Shape;728;p20"/>
          <p:cNvSpPr txBox="1"/>
          <p:nvPr/>
        </p:nvSpPr>
        <p:spPr>
          <a:xfrm>
            <a:off x="3481387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729" name="Google Shape;729;p20"/>
          <p:cNvCxnSpPr/>
          <p:nvPr/>
        </p:nvCxnSpPr>
        <p:spPr>
          <a:xfrm>
            <a:off x="2452687" y="27860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30" name="Google Shape;730;p20"/>
          <p:cNvSpPr/>
          <p:nvPr/>
        </p:nvSpPr>
        <p:spPr>
          <a:xfrm>
            <a:off x="3357562" y="39068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1" name="Google Shape;731;p20"/>
          <p:cNvSpPr txBox="1"/>
          <p:nvPr/>
        </p:nvSpPr>
        <p:spPr>
          <a:xfrm>
            <a:off x="34813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32" name="Google Shape;732;p20"/>
          <p:cNvSpPr/>
          <p:nvPr/>
        </p:nvSpPr>
        <p:spPr>
          <a:xfrm>
            <a:off x="4838700" y="39004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3" name="Google Shape;733;p20"/>
          <p:cNvSpPr txBox="1"/>
          <p:nvPr/>
        </p:nvSpPr>
        <p:spPr>
          <a:xfrm>
            <a:off x="4962525" y="39354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734" name="Google Shape;734;p20"/>
          <p:cNvCxnSpPr/>
          <p:nvPr/>
        </p:nvCxnSpPr>
        <p:spPr>
          <a:xfrm>
            <a:off x="3933825" y="41957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35" name="Google Shape;735;p20"/>
          <p:cNvSpPr/>
          <p:nvPr/>
        </p:nvSpPr>
        <p:spPr>
          <a:xfrm>
            <a:off x="6319837" y="391001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6" name="Google Shape;736;p20"/>
          <p:cNvSpPr txBox="1"/>
          <p:nvPr/>
        </p:nvSpPr>
        <p:spPr>
          <a:xfrm>
            <a:off x="6429375" y="39449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737" name="Google Shape;737;p20"/>
          <p:cNvCxnSpPr/>
          <p:nvPr/>
        </p:nvCxnSpPr>
        <p:spPr>
          <a:xfrm>
            <a:off x="5414962" y="42052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38" name="Google Shape;738;p20"/>
          <p:cNvSpPr/>
          <p:nvPr/>
        </p:nvSpPr>
        <p:spPr>
          <a:xfrm>
            <a:off x="4833937" y="2495550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9" name="Google Shape;739;p20"/>
          <p:cNvSpPr txBox="1"/>
          <p:nvPr/>
        </p:nvSpPr>
        <p:spPr>
          <a:xfrm>
            <a:off x="4957762" y="253047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740" name="Google Shape;740;p20"/>
          <p:cNvSpPr/>
          <p:nvPr/>
        </p:nvSpPr>
        <p:spPr>
          <a:xfrm>
            <a:off x="6315075" y="2505075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1" name="Google Shape;741;p20"/>
          <p:cNvSpPr txBox="1"/>
          <p:nvPr/>
        </p:nvSpPr>
        <p:spPr>
          <a:xfrm>
            <a:off x="6438900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742" name="Google Shape;742;p20"/>
          <p:cNvCxnSpPr/>
          <p:nvPr/>
        </p:nvCxnSpPr>
        <p:spPr>
          <a:xfrm>
            <a:off x="5410200" y="2800350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43" name="Google Shape;743;p20"/>
          <p:cNvSpPr/>
          <p:nvPr/>
        </p:nvSpPr>
        <p:spPr>
          <a:xfrm>
            <a:off x="1857375" y="3906837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4" name="Google Shape;744;p20"/>
          <p:cNvSpPr txBox="1"/>
          <p:nvPr/>
        </p:nvSpPr>
        <p:spPr>
          <a:xfrm>
            <a:off x="19954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745" name="Google Shape;745;p20"/>
          <p:cNvCxnSpPr/>
          <p:nvPr/>
        </p:nvCxnSpPr>
        <p:spPr>
          <a:xfrm>
            <a:off x="2163762" y="3059112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46" name="Google Shape;746;p20"/>
          <p:cNvCxnSpPr/>
          <p:nvPr/>
        </p:nvCxnSpPr>
        <p:spPr>
          <a:xfrm>
            <a:off x="3644900" y="30686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47" name="Google Shape;747;p20"/>
          <p:cNvCxnSpPr/>
          <p:nvPr/>
        </p:nvCxnSpPr>
        <p:spPr>
          <a:xfrm>
            <a:off x="5126037" y="30781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48" name="Google Shape;748;p20"/>
          <p:cNvCxnSpPr/>
          <p:nvPr/>
        </p:nvCxnSpPr>
        <p:spPr>
          <a:xfrm>
            <a:off x="6607175" y="3087687"/>
            <a:ext cx="0" cy="842962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49" name="Google Shape;749;p20"/>
          <p:cNvCxnSpPr/>
          <p:nvPr/>
        </p:nvCxnSpPr>
        <p:spPr>
          <a:xfrm rot="10800000" flipH="1">
            <a:off x="3852862" y="2944812"/>
            <a:ext cx="1023937" cy="1028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50" name="Google Shape;750;p20"/>
          <p:cNvSpPr txBox="1"/>
          <p:nvPr/>
        </p:nvSpPr>
        <p:spPr>
          <a:xfrm>
            <a:off x="2057400" y="2084387"/>
            <a:ext cx="285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751" name="Google Shape;751;p20"/>
          <p:cNvSpPr txBox="1"/>
          <p:nvPr/>
        </p:nvSpPr>
        <p:spPr>
          <a:xfrm>
            <a:off x="3524250" y="2093912"/>
            <a:ext cx="303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752" name="Google Shape;752;p20"/>
          <p:cNvSpPr txBox="1"/>
          <p:nvPr/>
        </p:nvSpPr>
        <p:spPr>
          <a:xfrm>
            <a:off x="4991100" y="2103437"/>
            <a:ext cx="2682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753" name="Google Shape;753;p20"/>
          <p:cNvSpPr txBox="1"/>
          <p:nvPr/>
        </p:nvSpPr>
        <p:spPr>
          <a:xfrm>
            <a:off x="6457950" y="2112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754" name="Google Shape;754;p20"/>
          <p:cNvSpPr txBox="1"/>
          <p:nvPr/>
        </p:nvSpPr>
        <p:spPr>
          <a:xfrm>
            <a:off x="2009775" y="43799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755" name="Google Shape;755;p20"/>
          <p:cNvSpPr txBox="1"/>
          <p:nvPr/>
        </p:nvSpPr>
        <p:spPr>
          <a:xfrm>
            <a:off x="3490912" y="43894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756" name="Google Shape;756;p20"/>
          <p:cNvSpPr txBox="1"/>
          <p:nvPr/>
        </p:nvSpPr>
        <p:spPr>
          <a:xfrm>
            <a:off x="4986337" y="4398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757" name="Google Shape;757;p20"/>
          <p:cNvSpPr txBox="1"/>
          <p:nvPr/>
        </p:nvSpPr>
        <p:spPr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758" name="Google Shape;758;p20"/>
          <p:cNvSpPr txBox="1"/>
          <p:nvPr/>
        </p:nvSpPr>
        <p:spPr>
          <a:xfrm>
            <a:off x="3949700" y="5302250"/>
            <a:ext cx="1465262" cy="8509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v  u  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2  3  3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1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764" name="Google Shape;764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(BFS)</a:t>
            </a:r>
            <a:endParaRPr/>
          </a:p>
        </p:txBody>
      </p:sp>
      <p:sp>
        <p:nvSpPr>
          <p:cNvPr id="765" name="Google Shape;765;p21"/>
          <p:cNvSpPr/>
          <p:nvPr/>
        </p:nvSpPr>
        <p:spPr>
          <a:xfrm>
            <a:off x="1876425" y="24971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6" name="Google Shape;766;p21"/>
          <p:cNvSpPr txBox="1"/>
          <p:nvPr/>
        </p:nvSpPr>
        <p:spPr>
          <a:xfrm>
            <a:off x="2000250" y="2560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67" name="Google Shape;767;p21"/>
          <p:cNvSpPr/>
          <p:nvPr/>
        </p:nvSpPr>
        <p:spPr>
          <a:xfrm>
            <a:off x="3357562" y="24907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8" name="Google Shape;768;p21"/>
          <p:cNvSpPr txBox="1"/>
          <p:nvPr/>
        </p:nvSpPr>
        <p:spPr>
          <a:xfrm>
            <a:off x="3481387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769" name="Google Shape;769;p21"/>
          <p:cNvCxnSpPr/>
          <p:nvPr/>
        </p:nvCxnSpPr>
        <p:spPr>
          <a:xfrm>
            <a:off x="2452687" y="27860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70" name="Google Shape;770;p21"/>
          <p:cNvSpPr/>
          <p:nvPr/>
        </p:nvSpPr>
        <p:spPr>
          <a:xfrm>
            <a:off x="3357562" y="39068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1" name="Google Shape;771;p21"/>
          <p:cNvSpPr txBox="1"/>
          <p:nvPr/>
        </p:nvSpPr>
        <p:spPr>
          <a:xfrm>
            <a:off x="34813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72" name="Google Shape;772;p21"/>
          <p:cNvSpPr/>
          <p:nvPr/>
        </p:nvSpPr>
        <p:spPr>
          <a:xfrm>
            <a:off x="4838700" y="39004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" name="Google Shape;773;p21"/>
          <p:cNvSpPr txBox="1"/>
          <p:nvPr/>
        </p:nvSpPr>
        <p:spPr>
          <a:xfrm>
            <a:off x="4962525" y="39354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774" name="Google Shape;774;p21"/>
          <p:cNvCxnSpPr/>
          <p:nvPr/>
        </p:nvCxnSpPr>
        <p:spPr>
          <a:xfrm>
            <a:off x="3933825" y="41957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75" name="Google Shape;775;p21"/>
          <p:cNvSpPr/>
          <p:nvPr/>
        </p:nvSpPr>
        <p:spPr>
          <a:xfrm>
            <a:off x="6319837" y="391001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21"/>
          <p:cNvSpPr txBox="1"/>
          <p:nvPr/>
        </p:nvSpPr>
        <p:spPr>
          <a:xfrm>
            <a:off x="6429375" y="39449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777" name="Google Shape;777;p21"/>
          <p:cNvCxnSpPr/>
          <p:nvPr/>
        </p:nvCxnSpPr>
        <p:spPr>
          <a:xfrm>
            <a:off x="5414962" y="42052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78" name="Google Shape;778;p21"/>
          <p:cNvSpPr/>
          <p:nvPr/>
        </p:nvSpPr>
        <p:spPr>
          <a:xfrm>
            <a:off x="4833937" y="2495550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9" name="Google Shape;779;p21"/>
          <p:cNvSpPr txBox="1"/>
          <p:nvPr/>
        </p:nvSpPr>
        <p:spPr>
          <a:xfrm>
            <a:off x="4957762" y="253047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780" name="Google Shape;780;p21"/>
          <p:cNvSpPr/>
          <p:nvPr/>
        </p:nvSpPr>
        <p:spPr>
          <a:xfrm>
            <a:off x="6315075" y="2505075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1" name="Google Shape;781;p21"/>
          <p:cNvSpPr txBox="1"/>
          <p:nvPr/>
        </p:nvSpPr>
        <p:spPr>
          <a:xfrm>
            <a:off x="6438900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782" name="Google Shape;782;p21"/>
          <p:cNvCxnSpPr/>
          <p:nvPr/>
        </p:nvCxnSpPr>
        <p:spPr>
          <a:xfrm>
            <a:off x="5410200" y="2800350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83" name="Google Shape;783;p21"/>
          <p:cNvSpPr/>
          <p:nvPr/>
        </p:nvSpPr>
        <p:spPr>
          <a:xfrm>
            <a:off x="1857375" y="39068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4" name="Google Shape;784;p21"/>
          <p:cNvSpPr txBox="1"/>
          <p:nvPr/>
        </p:nvSpPr>
        <p:spPr>
          <a:xfrm>
            <a:off x="19954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785" name="Google Shape;785;p21"/>
          <p:cNvCxnSpPr/>
          <p:nvPr/>
        </p:nvCxnSpPr>
        <p:spPr>
          <a:xfrm>
            <a:off x="2163762" y="3059112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86" name="Google Shape;786;p21"/>
          <p:cNvCxnSpPr/>
          <p:nvPr/>
        </p:nvCxnSpPr>
        <p:spPr>
          <a:xfrm>
            <a:off x="3644900" y="30686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87" name="Google Shape;787;p21"/>
          <p:cNvCxnSpPr/>
          <p:nvPr/>
        </p:nvCxnSpPr>
        <p:spPr>
          <a:xfrm>
            <a:off x="5126037" y="30781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88" name="Google Shape;788;p21"/>
          <p:cNvCxnSpPr/>
          <p:nvPr/>
        </p:nvCxnSpPr>
        <p:spPr>
          <a:xfrm>
            <a:off x="6607175" y="3087687"/>
            <a:ext cx="0" cy="842962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89" name="Google Shape;789;p21"/>
          <p:cNvCxnSpPr/>
          <p:nvPr/>
        </p:nvCxnSpPr>
        <p:spPr>
          <a:xfrm rot="10800000" flipH="1">
            <a:off x="3852862" y="2944812"/>
            <a:ext cx="1023937" cy="1028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90" name="Google Shape;790;p21"/>
          <p:cNvSpPr txBox="1"/>
          <p:nvPr/>
        </p:nvSpPr>
        <p:spPr>
          <a:xfrm>
            <a:off x="2057400" y="2084387"/>
            <a:ext cx="285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791" name="Google Shape;791;p21"/>
          <p:cNvSpPr txBox="1"/>
          <p:nvPr/>
        </p:nvSpPr>
        <p:spPr>
          <a:xfrm>
            <a:off x="3524250" y="2093912"/>
            <a:ext cx="303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792" name="Google Shape;792;p21"/>
          <p:cNvSpPr txBox="1"/>
          <p:nvPr/>
        </p:nvSpPr>
        <p:spPr>
          <a:xfrm>
            <a:off x="4991100" y="2103437"/>
            <a:ext cx="2682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793" name="Google Shape;793;p21"/>
          <p:cNvSpPr txBox="1"/>
          <p:nvPr/>
        </p:nvSpPr>
        <p:spPr>
          <a:xfrm>
            <a:off x="6457950" y="2112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794" name="Google Shape;794;p21"/>
          <p:cNvSpPr txBox="1"/>
          <p:nvPr/>
        </p:nvSpPr>
        <p:spPr>
          <a:xfrm>
            <a:off x="2009775" y="43799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795" name="Google Shape;795;p21"/>
          <p:cNvSpPr txBox="1"/>
          <p:nvPr/>
        </p:nvSpPr>
        <p:spPr>
          <a:xfrm>
            <a:off x="3490912" y="43894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796" name="Google Shape;796;p21"/>
          <p:cNvSpPr txBox="1"/>
          <p:nvPr/>
        </p:nvSpPr>
        <p:spPr>
          <a:xfrm>
            <a:off x="4986337" y="4398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797" name="Google Shape;797;p21"/>
          <p:cNvSpPr txBox="1"/>
          <p:nvPr/>
        </p:nvSpPr>
        <p:spPr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798" name="Google Shape;798;p21"/>
          <p:cNvSpPr txBox="1"/>
          <p:nvPr/>
        </p:nvSpPr>
        <p:spPr>
          <a:xfrm>
            <a:off x="3949700" y="5302250"/>
            <a:ext cx="1160462" cy="8509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u  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3  3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2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804" name="Google Shape;804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(BFS)</a:t>
            </a:r>
            <a:endParaRPr/>
          </a:p>
        </p:txBody>
      </p:sp>
      <p:sp>
        <p:nvSpPr>
          <p:cNvPr id="805" name="Google Shape;805;p22"/>
          <p:cNvSpPr/>
          <p:nvPr/>
        </p:nvSpPr>
        <p:spPr>
          <a:xfrm>
            <a:off x="1876425" y="24971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6" name="Google Shape;806;p22"/>
          <p:cNvSpPr txBox="1"/>
          <p:nvPr/>
        </p:nvSpPr>
        <p:spPr>
          <a:xfrm>
            <a:off x="2000250" y="2560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07" name="Google Shape;807;p22"/>
          <p:cNvSpPr/>
          <p:nvPr/>
        </p:nvSpPr>
        <p:spPr>
          <a:xfrm>
            <a:off x="3357562" y="24907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8" name="Google Shape;808;p22"/>
          <p:cNvSpPr txBox="1"/>
          <p:nvPr/>
        </p:nvSpPr>
        <p:spPr>
          <a:xfrm>
            <a:off x="3481387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809" name="Google Shape;809;p22"/>
          <p:cNvCxnSpPr/>
          <p:nvPr/>
        </p:nvCxnSpPr>
        <p:spPr>
          <a:xfrm>
            <a:off x="2452687" y="27860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10" name="Google Shape;810;p22"/>
          <p:cNvSpPr/>
          <p:nvPr/>
        </p:nvSpPr>
        <p:spPr>
          <a:xfrm>
            <a:off x="3357562" y="39068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1" name="Google Shape;811;p22"/>
          <p:cNvSpPr txBox="1"/>
          <p:nvPr/>
        </p:nvSpPr>
        <p:spPr>
          <a:xfrm>
            <a:off x="34813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12" name="Google Shape;812;p22"/>
          <p:cNvSpPr/>
          <p:nvPr/>
        </p:nvSpPr>
        <p:spPr>
          <a:xfrm>
            <a:off x="4838700" y="39004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3" name="Google Shape;813;p22"/>
          <p:cNvSpPr txBox="1"/>
          <p:nvPr/>
        </p:nvSpPr>
        <p:spPr>
          <a:xfrm>
            <a:off x="4962525" y="39354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814" name="Google Shape;814;p22"/>
          <p:cNvCxnSpPr/>
          <p:nvPr/>
        </p:nvCxnSpPr>
        <p:spPr>
          <a:xfrm>
            <a:off x="3933825" y="41957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15" name="Google Shape;815;p22"/>
          <p:cNvSpPr/>
          <p:nvPr/>
        </p:nvSpPr>
        <p:spPr>
          <a:xfrm>
            <a:off x="6319837" y="391001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22"/>
          <p:cNvSpPr txBox="1"/>
          <p:nvPr/>
        </p:nvSpPr>
        <p:spPr>
          <a:xfrm>
            <a:off x="6429375" y="39449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817" name="Google Shape;817;p22"/>
          <p:cNvCxnSpPr/>
          <p:nvPr/>
        </p:nvCxnSpPr>
        <p:spPr>
          <a:xfrm>
            <a:off x="5414962" y="42052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18" name="Google Shape;818;p22"/>
          <p:cNvSpPr/>
          <p:nvPr/>
        </p:nvSpPr>
        <p:spPr>
          <a:xfrm>
            <a:off x="4833937" y="2495550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22"/>
          <p:cNvSpPr txBox="1"/>
          <p:nvPr/>
        </p:nvSpPr>
        <p:spPr>
          <a:xfrm>
            <a:off x="4957762" y="253047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820" name="Google Shape;820;p22"/>
          <p:cNvSpPr/>
          <p:nvPr/>
        </p:nvSpPr>
        <p:spPr>
          <a:xfrm>
            <a:off x="6315075" y="2505075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1" name="Google Shape;821;p22"/>
          <p:cNvSpPr txBox="1"/>
          <p:nvPr/>
        </p:nvSpPr>
        <p:spPr>
          <a:xfrm>
            <a:off x="6438900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822" name="Google Shape;822;p22"/>
          <p:cNvCxnSpPr/>
          <p:nvPr/>
        </p:nvCxnSpPr>
        <p:spPr>
          <a:xfrm>
            <a:off x="5410200" y="2800350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23" name="Google Shape;823;p22"/>
          <p:cNvSpPr/>
          <p:nvPr/>
        </p:nvSpPr>
        <p:spPr>
          <a:xfrm>
            <a:off x="1857375" y="39068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4" name="Google Shape;824;p22"/>
          <p:cNvSpPr txBox="1"/>
          <p:nvPr/>
        </p:nvSpPr>
        <p:spPr>
          <a:xfrm>
            <a:off x="19954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825" name="Google Shape;825;p22"/>
          <p:cNvCxnSpPr/>
          <p:nvPr/>
        </p:nvCxnSpPr>
        <p:spPr>
          <a:xfrm>
            <a:off x="2163762" y="3059112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26" name="Google Shape;826;p22"/>
          <p:cNvCxnSpPr/>
          <p:nvPr/>
        </p:nvCxnSpPr>
        <p:spPr>
          <a:xfrm>
            <a:off x="3644900" y="30686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27" name="Google Shape;827;p22"/>
          <p:cNvCxnSpPr/>
          <p:nvPr/>
        </p:nvCxnSpPr>
        <p:spPr>
          <a:xfrm>
            <a:off x="5126037" y="30781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28" name="Google Shape;828;p22"/>
          <p:cNvCxnSpPr/>
          <p:nvPr/>
        </p:nvCxnSpPr>
        <p:spPr>
          <a:xfrm>
            <a:off x="6607175" y="3087687"/>
            <a:ext cx="0" cy="842962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29" name="Google Shape;829;p22"/>
          <p:cNvCxnSpPr/>
          <p:nvPr/>
        </p:nvCxnSpPr>
        <p:spPr>
          <a:xfrm rot="10800000" flipH="1">
            <a:off x="3852862" y="2944812"/>
            <a:ext cx="1023937" cy="1028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30" name="Google Shape;830;p22"/>
          <p:cNvSpPr txBox="1"/>
          <p:nvPr/>
        </p:nvSpPr>
        <p:spPr>
          <a:xfrm>
            <a:off x="2057400" y="2084387"/>
            <a:ext cx="285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831" name="Google Shape;831;p22"/>
          <p:cNvSpPr txBox="1"/>
          <p:nvPr/>
        </p:nvSpPr>
        <p:spPr>
          <a:xfrm>
            <a:off x="3524250" y="2093912"/>
            <a:ext cx="303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832" name="Google Shape;832;p22"/>
          <p:cNvSpPr txBox="1"/>
          <p:nvPr/>
        </p:nvSpPr>
        <p:spPr>
          <a:xfrm>
            <a:off x="4991100" y="2103437"/>
            <a:ext cx="2682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833" name="Google Shape;833;p22"/>
          <p:cNvSpPr txBox="1"/>
          <p:nvPr/>
        </p:nvSpPr>
        <p:spPr>
          <a:xfrm>
            <a:off x="6457950" y="2112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834" name="Google Shape;834;p22"/>
          <p:cNvSpPr txBox="1"/>
          <p:nvPr/>
        </p:nvSpPr>
        <p:spPr>
          <a:xfrm>
            <a:off x="2009775" y="43799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835" name="Google Shape;835;p22"/>
          <p:cNvSpPr txBox="1"/>
          <p:nvPr/>
        </p:nvSpPr>
        <p:spPr>
          <a:xfrm>
            <a:off x="3490912" y="43894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836" name="Google Shape;836;p22"/>
          <p:cNvSpPr txBox="1"/>
          <p:nvPr/>
        </p:nvSpPr>
        <p:spPr>
          <a:xfrm>
            <a:off x="4986337" y="4398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837" name="Google Shape;837;p22"/>
          <p:cNvSpPr txBox="1"/>
          <p:nvPr/>
        </p:nvSpPr>
        <p:spPr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838" name="Google Shape;838;p22"/>
          <p:cNvSpPr txBox="1"/>
          <p:nvPr/>
        </p:nvSpPr>
        <p:spPr>
          <a:xfrm>
            <a:off x="3949700" y="5302250"/>
            <a:ext cx="855662" cy="8509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3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844" name="Google Shape;844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(BFS)</a:t>
            </a:r>
            <a:endParaRPr/>
          </a:p>
        </p:txBody>
      </p:sp>
      <p:sp>
        <p:nvSpPr>
          <p:cNvPr id="845" name="Google Shape;845;p23"/>
          <p:cNvSpPr/>
          <p:nvPr/>
        </p:nvSpPr>
        <p:spPr>
          <a:xfrm>
            <a:off x="1876425" y="24971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6" name="Google Shape;846;p23"/>
          <p:cNvSpPr txBox="1"/>
          <p:nvPr/>
        </p:nvSpPr>
        <p:spPr>
          <a:xfrm>
            <a:off x="2000250" y="2560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47" name="Google Shape;847;p23"/>
          <p:cNvSpPr/>
          <p:nvPr/>
        </p:nvSpPr>
        <p:spPr>
          <a:xfrm>
            <a:off x="3357562" y="24907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8" name="Google Shape;848;p23"/>
          <p:cNvSpPr txBox="1"/>
          <p:nvPr/>
        </p:nvSpPr>
        <p:spPr>
          <a:xfrm>
            <a:off x="3481387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849" name="Google Shape;849;p23"/>
          <p:cNvCxnSpPr/>
          <p:nvPr/>
        </p:nvCxnSpPr>
        <p:spPr>
          <a:xfrm>
            <a:off x="2452687" y="27860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50" name="Google Shape;850;p23"/>
          <p:cNvSpPr/>
          <p:nvPr/>
        </p:nvSpPr>
        <p:spPr>
          <a:xfrm>
            <a:off x="3357562" y="39068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1" name="Google Shape;851;p23"/>
          <p:cNvSpPr txBox="1"/>
          <p:nvPr/>
        </p:nvSpPr>
        <p:spPr>
          <a:xfrm>
            <a:off x="34813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52" name="Google Shape;852;p23"/>
          <p:cNvSpPr/>
          <p:nvPr/>
        </p:nvSpPr>
        <p:spPr>
          <a:xfrm>
            <a:off x="4838700" y="39004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3" name="Google Shape;853;p23"/>
          <p:cNvSpPr txBox="1"/>
          <p:nvPr/>
        </p:nvSpPr>
        <p:spPr>
          <a:xfrm>
            <a:off x="4962525" y="39354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854" name="Google Shape;854;p23"/>
          <p:cNvCxnSpPr/>
          <p:nvPr/>
        </p:nvCxnSpPr>
        <p:spPr>
          <a:xfrm>
            <a:off x="3933825" y="41957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55" name="Google Shape;855;p23"/>
          <p:cNvSpPr/>
          <p:nvPr/>
        </p:nvSpPr>
        <p:spPr>
          <a:xfrm>
            <a:off x="6319837" y="391001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6" name="Google Shape;856;p23"/>
          <p:cNvSpPr txBox="1"/>
          <p:nvPr/>
        </p:nvSpPr>
        <p:spPr>
          <a:xfrm>
            <a:off x="6429375" y="39449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857" name="Google Shape;857;p23"/>
          <p:cNvCxnSpPr/>
          <p:nvPr/>
        </p:nvCxnSpPr>
        <p:spPr>
          <a:xfrm>
            <a:off x="5414962" y="42052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58" name="Google Shape;858;p23"/>
          <p:cNvSpPr/>
          <p:nvPr/>
        </p:nvSpPr>
        <p:spPr>
          <a:xfrm>
            <a:off x="4833937" y="2495550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9" name="Google Shape;859;p23"/>
          <p:cNvSpPr txBox="1"/>
          <p:nvPr/>
        </p:nvSpPr>
        <p:spPr>
          <a:xfrm>
            <a:off x="4957762" y="253047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860" name="Google Shape;860;p23"/>
          <p:cNvSpPr/>
          <p:nvPr/>
        </p:nvSpPr>
        <p:spPr>
          <a:xfrm>
            <a:off x="6315075" y="2505075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1" name="Google Shape;861;p23"/>
          <p:cNvSpPr txBox="1"/>
          <p:nvPr/>
        </p:nvSpPr>
        <p:spPr>
          <a:xfrm>
            <a:off x="6438900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862" name="Google Shape;862;p23"/>
          <p:cNvCxnSpPr/>
          <p:nvPr/>
        </p:nvCxnSpPr>
        <p:spPr>
          <a:xfrm>
            <a:off x="5410200" y="2800350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63" name="Google Shape;863;p23"/>
          <p:cNvSpPr/>
          <p:nvPr/>
        </p:nvSpPr>
        <p:spPr>
          <a:xfrm>
            <a:off x="1857375" y="39068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4" name="Google Shape;864;p23"/>
          <p:cNvSpPr txBox="1"/>
          <p:nvPr/>
        </p:nvSpPr>
        <p:spPr>
          <a:xfrm>
            <a:off x="19954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865" name="Google Shape;865;p23"/>
          <p:cNvCxnSpPr/>
          <p:nvPr/>
        </p:nvCxnSpPr>
        <p:spPr>
          <a:xfrm>
            <a:off x="2163762" y="3059112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66" name="Google Shape;866;p23"/>
          <p:cNvCxnSpPr/>
          <p:nvPr/>
        </p:nvCxnSpPr>
        <p:spPr>
          <a:xfrm>
            <a:off x="3644900" y="30686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67" name="Google Shape;867;p23"/>
          <p:cNvCxnSpPr/>
          <p:nvPr/>
        </p:nvCxnSpPr>
        <p:spPr>
          <a:xfrm>
            <a:off x="5126037" y="30781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68" name="Google Shape;868;p23"/>
          <p:cNvCxnSpPr/>
          <p:nvPr/>
        </p:nvCxnSpPr>
        <p:spPr>
          <a:xfrm>
            <a:off x="6607175" y="3087687"/>
            <a:ext cx="0" cy="842962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69" name="Google Shape;869;p23"/>
          <p:cNvCxnSpPr/>
          <p:nvPr/>
        </p:nvCxnSpPr>
        <p:spPr>
          <a:xfrm rot="10800000" flipH="1">
            <a:off x="3852862" y="2944812"/>
            <a:ext cx="1023937" cy="1028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70" name="Google Shape;870;p23"/>
          <p:cNvSpPr txBox="1"/>
          <p:nvPr/>
        </p:nvSpPr>
        <p:spPr>
          <a:xfrm>
            <a:off x="2057400" y="2084387"/>
            <a:ext cx="285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871" name="Google Shape;871;p23"/>
          <p:cNvSpPr txBox="1"/>
          <p:nvPr/>
        </p:nvSpPr>
        <p:spPr>
          <a:xfrm>
            <a:off x="3524250" y="2093912"/>
            <a:ext cx="303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872" name="Google Shape;872;p23"/>
          <p:cNvSpPr txBox="1"/>
          <p:nvPr/>
        </p:nvSpPr>
        <p:spPr>
          <a:xfrm>
            <a:off x="4991100" y="2103437"/>
            <a:ext cx="2682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873" name="Google Shape;873;p23"/>
          <p:cNvSpPr txBox="1"/>
          <p:nvPr/>
        </p:nvSpPr>
        <p:spPr>
          <a:xfrm>
            <a:off x="6457950" y="2112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874" name="Google Shape;874;p23"/>
          <p:cNvSpPr txBox="1"/>
          <p:nvPr/>
        </p:nvSpPr>
        <p:spPr>
          <a:xfrm>
            <a:off x="2009775" y="43799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875" name="Google Shape;875;p23"/>
          <p:cNvSpPr txBox="1"/>
          <p:nvPr/>
        </p:nvSpPr>
        <p:spPr>
          <a:xfrm>
            <a:off x="3490912" y="43894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876" name="Google Shape;876;p23"/>
          <p:cNvSpPr txBox="1"/>
          <p:nvPr/>
        </p:nvSpPr>
        <p:spPr>
          <a:xfrm>
            <a:off x="4986337" y="4398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877" name="Google Shape;877;p23"/>
          <p:cNvSpPr txBox="1"/>
          <p:nvPr/>
        </p:nvSpPr>
        <p:spPr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878" name="Google Shape;878;p23"/>
          <p:cNvSpPr txBox="1"/>
          <p:nvPr/>
        </p:nvSpPr>
        <p:spPr>
          <a:xfrm>
            <a:off x="3949700" y="5295900"/>
            <a:ext cx="954087" cy="4857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∅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4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884" name="Google Shape;884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(BFS)</a:t>
            </a:r>
            <a:endParaRPr/>
          </a:p>
        </p:txBody>
      </p:sp>
      <p:sp>
        <p:nvSpPr>
          <p:cNvPr id="885" name="Google Shape;885;p24"/>
          <p:cNvSpPr/>
          <p:nvPr/>
        </p:nvSpPr>
        <p:spPr>
          <a:xfrm>
            <a:off x="1876425" y="249713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24"/>
          <p:cNvSpPr txBox="1"/>
          <p:nvPr/>
        </p:nvSpPr>
        <p:spPr>
          <a:xfrm>
            <a:off x="2000250" y="2560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87" name="Google Shape;887;p24"/>
          <p:cNvSpPr/>
          <p:nvPr/>
        </p:nvSpPr>
        <p:spPr>
          <a:xfrm>
            <a:off x="3357562" y="24907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8" name="Google Shape;888;p24"/>
          <p:cNvSpPr txBox="1"/>
          <p:nvPr/>
        </p:nvSpPr>
        <p:spPr>
          <a:xfrm>
            <a:off x="3481387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889" name="Google Shape;889;p24"/>
          <p:cNvCxnSpPr/>
          <p:nvPr/>
        </p:nvCxnSpPr>
        <p:spPr>
          <a:xfrm>
            <a:off x="2452687" y="27860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90" name="Google Shape;890;p24"/>
          <p:cNvSpPr/>
          <p:nvPr/>
        </p:nvSpPr>
        <p:spPr>
          <a:xfrm>
            <a:off x="3357562" y="390683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1" name="Google Shape;891;p24"/>
          <p:cNvSpPr txBox="1"/>
          <p:nvPr/>
        </p:nvSpPr>
        <p:spPr>
          <a:xfrm>
            <a:off x="34813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92" name="Google Shape;892;p24"/>
          <p:cNvSpPr/>
          <p:nvPr/>
        </p:nvSpPr>
        <p:spPr>
          <a:xfrm>
            <a:off x="4838700" y="39004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24"/>
          <p:cNvSpPr txBox="1"/>
          <p:nvPr/>
        </p:nvSpPr>
        <p:spPr>
          <a:xfrm>
            <a:off x="4962525" y="39354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894" name="Google Shape;894;p24"/>
          <p:cNvCxnSpPr/>
          <p:nvPr/>
        </p:nvCxnSpPr>
        <p:spPr>
          <a:xfrm>
            <a:off x="3933825" y="41957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95" name="Google Shape;895;p24"/>
          <p:cNvSpPr/>
          <p:nvPr/>
        </p:nvSpPr>
        <p:spPr>
          <a:xfrm>
            <a:off x="6319837" y="3910012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6" name="Google Shape;896;p24"/>
          <p:cNvSpPr txBox="1"/>
          <p:nvPr/>
        </p:nvSpPr>
        <p:spPr>
          <a:xfrm>
            <a:off x="6429375" y="39449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897" name="Google Shape;897;p24"/>
          <p:cNvCxnSpPr/>
          <p:nvPr/>
        </p:nvCxnSpPr>
        <p:spPr>
          <a:xfrm>
            <a:off x="5414962" y="42052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98" name="Google Shape;898;p24"/>
          <p:cNvSpPr/>
          <p:nvPr/>
        </p:nvSpPr>
        <p:spPr>
          <a:xfrm>
            <a:off x="4833937" y="24955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9" name="Google Shape;899;p24"/>
          <p:cNvSpPr txBox="1"/>
          <p:nvPr/>
        </p:nvSpPr>
        <p:spPr>
          <a:xfrm>
            <a:off x="4957762" y="253047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900" name="Google Shape;900;p24"/>
          <p:cNvSpPr/>
          <p:nvPr/>
        </p:nvSpPr>
        <p:spPr>
          <a:xfrm>
            <a:off x="6315075" y="2505075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1" name="Google Shape;901;p24"/>
          <p:cNvSpPr txBox="1"/>
          <p:nvPr/>
        </p:nvSpPr>
        <p:spPr>
          <a:xfrm>
            <a:off x="6438900" y="25542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cxnSp>
        <p:nvCxnSpPr>
          <p:cNvPr id="902" name="Google Shape;902;p24"/>
          <p:cNvCxnSpPr/>
          <p:nvPr/>
        </p:nvCxnSpPr>
        <p:spPr>
          <a:xfrm>
            <a:off x="5410200" y="2800350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03" name="Google Shape;903;p24"/>
          <p:cNvSpPr/>
          <p:nvPr/>
        </p:nvSpPr>
        <p:spPr>
          <a:xfrm>
            <a:off x="1857375" y="390683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4" name="Google Shape;904;p24"/>
          <p:cNvSpPr txBox="1"/>
          <p:nvPr/>
        </p:nvSpPr>
        <p:spPr>
          <a:xfrm>
            <a:off x="1995487" y="39560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905" name="Google Shape;905;p24"/>
          <p:cNvCxnSpPr/>
          <p:nvPr/>
        </p:nvCxnSpPr>
        <p:spPr>
          <a:xfrm>
            <a:off x="2163762" y="3059112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06" name="Google Shape;906;p24"/>
          <p:cNvCxnSpPr/>
          <p:nvPr/>
        </p:nvCxnSpPr>
        <p:spPr>
          <a:xfrm>
            <a:off x="3644900" y="30686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07" name="Google Shape;907;p24"/>
          <p:cNvCxnSpPr/>
          <p:nvPr/>
        </p:nvCxnSpPr>
        <p:spPr>
          <a:xfrm rot="10800000" flipH="1">
            <a:off x="3852862" y="2944812"/>
            <a:ext cx="1023937" cy="1028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08" name="Google Shape;908;p24"/>
          <p:cNvSpPr txBox="1"/>
          <p:nvPr/>
        </p:nvSpPr>
        <p:spPr>
          <a:xfrm>
            <a:off x="2057400" y="2084387"/>
            <a:ext cx="285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909" name="Google Shape;909;p24"/>
          <p:cNvSpPr txBox="1"/>
          <p:nvPr/>
        </p:nvSpPr>
        <p:spPr>
          <a:xfrm>
            <a:off x="3524250" y="2093912"/>
            <a:ext cx="303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910" name="Google Shape;910;p24"/>
          <p:cNvSpPr txBox="1"/>
          <p:nvPr/>
        </p:nvSpPr>
        <p:spPr>
          <a:xfrm>
            <a:off x="4991100" y="2103437"/>
            <a:ext cx="2682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911" name="Google Shape;911;p24"/>
          <p:cNvSpPr txBox="1"/>
          <p:nvPr/>
        </p:nvSpPr>
        <p:spPr>
          <a:xfrm>
            <a:off x="6457950" y="2112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912" name="Google Shape;912;p24"/>
          <p:cNvSpPr txBox="1"/>
          <p:nvPr/>
        </p:nvSpPr>
        <p:spPr>
          <a:xfrm>
            <a:off x="2009775" y="43799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913" name="Google Shape;913;p24"/>
          <p:cNvSpPr txBox="1"/>
          <p:nvPr/>
        </p:nvSpPr>
        <p:spPr>
          <a:xfrm>
            <a:off x="3490912" y="43894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914" name="Google Shape;914;p24"/>
          <p:cNvSpPr txBox="1"/>
          <p:nvPr/>
        </p:nvSpPr>
        <p:spPr>
          <a:xfrm>
            <a:off x="4986337" y="439896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915" name="Google Shape;915;p24"/>
          <p:cNvSpPr txBox="1"/>
          <p:nvPr/>
        </p:nvSpPr>
        <p:spPr>
          <a:xfrm>
            <a:off x="6467475" y="439420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916" name="Google Shape;916;p24"/>
          <p:cNvSpPr txBox="1"/>
          <p:nvPr/>
        </p:nvSpPr>
        <p:spPr>
          <a:xfrm>
            <a:off x="3802062" y="5434012"/>
            <a:ext cx="1257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 Tree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25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922" name="Google Shape;922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BFS</a:t>
            </a:r>
            <a:endParaRPr/>
          </a:p>
        </p:txBody>
      </p:sp>
      <p:sp>
        <p:nvSpPr>
          <p:cNvPr id="923" name="Google Shape;923;p25"/>
          <p:cNvSpPr txBox="1">
            <a:spLocks noGrp="1"/>
          </p:cNvSpPr>
          <p:nvPr>
            <p:ph type="body" idx="1"/>
          </p:nvPr>
        </p:nvSpPr>
        <p:spPr>
          <a:xfrm>
            <a:off x="152400" y="1066800"/>
            <a:ext cx="898525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Initialization takes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Traversal Loop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initialization, each vertex is enqueued and dequeued at most once, and each operation takes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So, total time for queuing is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adjacency list of each vertex is scanned at most once.  The sum of lengths of all adjacency lists is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Summing up over all vertices =&gt; total running time of BFS is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V+E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in the size of the adjacency list representation of graph.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Correctness Proof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omit for BFS and DFS.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do for later algorithms.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6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929" name="Google Shape;929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Breadth-first Tree</a:t>
            </a:r>
            <a:endParaRPr/>
          </a:p>
        </p:txBody>
      </p:sp>
      <p:sp>
        <p:nvSpPr>
          <p:cNvPr id="930" name="Google Shape;930;p26"/>
          <p:cNvSpPr txBox="1">
            <a:spLocks noGrp="1"/>
          </p:cNvSpPr>
          <p:nvPr>
            <p:ph type="body" idx="1"/>
          </p:nvPr>
        </p:nvSpPr>
        <p:spPr>
          <a:xfrm>
            <a:off x="304800" y="990600"/>
            <a:ext cx="8459787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graph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 E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with source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</a:t>
            </a: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predecessor subgraph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1" u="none" baseline="-25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1" u="none" baseline="-25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</a:t>
            </a:r>
            <a:r>
              <a:rPr lang="en-US" sz="2800" b="0" i="1" u="none" baseline="-25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where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={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π[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 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NIL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}{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={(π[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)∈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}}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predecessor subgraph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1" u="none" baseline="-25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breadth-first tree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if: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consists of the vertices reachable from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all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there is a unique simple path from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is also a shortest path from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edges in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1" u="none" baseline="-25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called </a:t>
            </a: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b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1" u="none" baseline="-25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|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1" u="none" baseline="-25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-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7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936" name="Google Shape;936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Depth-first Search (DFS)</a:t>
            </a:r>
            <a:endParaRPr/>
          </a:p>
        </p:txBody>
      </p:sp>
      <p:sp>
        <p:nvSpPr>
          <p:cNvPr id="937" name="Google Shape;937;p27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8472487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 edges out of the most recently discovered vertex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all edges of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have been explored, backtrack to explore other edges leaving the vertex from which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was discovered (its </a:t>
            </a:r>
            <a:r>
              <a:rPr lang="en-US" sz="28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predecessor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“Search as deep as possible first.”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 until all vertices reachable from the original source are discovered.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any undiscovered vertices remain, then one of them is chosen as a new source and search is repeated from that source.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28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943" name="Google Shape;943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Depth-first Search</a:t>
            </a:r>
            <a:endParaRPr/>
          </a:p>
        </p:txBody>
      </p:sp>
      <p:sp>
        <p:nvSpPr>
          <p:cNvPr id="944" name="Google Shape;944;p28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r>
              <a:rPr lang="en-US" sz="28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28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directed or undirected. No source vertex given!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400" b="1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timestamps</a:t>
            </a:r>
            <a:r>
              <a:rPr lang="en-US" sz="2400" b="1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each vertex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Integers between 1 and 2|V|.</a:t>
            </a:r>
            <a:endParaRPr/>
          </a:p>
          <a:p>
            <a:pPr marL="108585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discovery time 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turns from white to gray)</a:t>
            </a:r>
            <a:endParaRPr sz="2000" b="1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8585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finishing time</a:t>
            </a: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turns from gray to black)</a:t>
            </a:r>
            <a:endParaRPr sz="2000" b="1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π[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: predecessor of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= u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such that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was discovered during the scan of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’s adjacency list.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the same coloring scheme for vertices as BFS.</a:t>
            </a:r>
            <a:endParaRPr/>
          </a:p>
          <a:p>
            <a:pPr marL="742950" lvl="1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1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None/>
            </a:pPr>
            <a:endParaRPr sz="28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endParaRPr sz="28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29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950" name="Google Shape;950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Pseudo-code</a:t>
            </a:r>
            <a:endParaRPr/>
          </a:p>
        </p:txBody>
      </p:sp>
      <p:sp>
        <p:nvSpPr>
          <p:cNvPr id="951" name="Google Shape;951;p29"/>
          <p:cNvSpPr txBox="1">
            <a:spLocks noGrp="1"/>
          </p:cNvSpPr>
          <p:nvPr>
            <p:ph type="body" idx="1"/>
          </p:nvPr>
        </p:nvSpPr>
        <p:spPr>
          <a:xfrm>
            <a:off x="152400" y="1066800"/>
            <a:ext cx="3581400" cy="3124200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000"/>
              <a:buNone/>
            </a:pPr>
            <a:r>
              <a:rPr lang="en-US" sz="2000" b="1" i="0" u="sng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DFS(</a:t>
            </a:r>
            <a:r>
              <a:rPr lang="en-US" sz="2000" b="1" i="1" u="sng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000" b="1" i="0" u="sng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None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</a:t>
            </a:r>
            <a:r>
              <a:rPr lang="en-US" sz="20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vertex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∈ V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None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    </a:t>
            </a:r>
            <a:r>
              <a:rPr lang="en-US" sz="20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white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None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         π[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NIL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None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0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None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</a:t>
            </a:r>
            <a:r>
              <a:rPr lang="en-US" sz="20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vertex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∈ V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None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       </a:t>
            </a:r>
            <a:r>
              <a:rPr lang="en-US" sz="20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= white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None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                </a:t>
            </a:r>
            <a:r>
              <a:rPr lang="en-US" sz="20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DFS-Visit(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952" name="Google Shape;952;p29"/>
          <p:cNvSpPr txBox="1"/>
          <p:nvPr/>
        </p:nvSpPr>
        <p:spPr>
          <a:xfrm>
            <a:off x="152400" y="4648200"/>
            <a:ext cx="3263900" cy="415925"/>
          </a:xfrm>
          <a:prstGeom prst="rect">
            <a:avLst/>
          </a:prstGeom>
          <a:noFill/>
          <a:ln w="19050" cap="flat" cmpd="sng">
            <a:solidFill>
              <a:schemeClr val="hlink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 global timestamp </a:t>
            </a:r>
            <a:r>
              <a:rPr lang="en-US" sz="2000" b="1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953" name="Google Shape;953;p29"/>
          <p:cNvSpPr txBox="1"/>
          <p:nvPr/>
        </p:nvSpPr>
        <p:spPr>
          <a:xfrm>
            <a:off x="4191000" y="1066800"/>
            <a:ext cx="4800600" cy="4419600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609600" marR="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000"/>
              <a:buFont typeface="Times New Roman"/>
              <a:buNone/>
            </a:pPr>
            <a:r>
              <a:rPr lang="en-US" sz="2000" b="1" i="0" u="sng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DFS-Visit(</a:t>
            </a:r>
            <a:r>
              <a:rPr lang="en-US" sz="2000" b="1" i="1" u="sng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1" i="0" u="sng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 b="1" i="1" u="sng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marR="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Font typeface="Noto Sans Symbols"/>
              <a:buAutoNum type="arabicPeriod"/>
            </a:pP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GRAY  ∇ White vertex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been discovered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Font typeface="Noto Sans Symbols"/>
              <a:buAutoNum type="arabicPeriod"/>
            </a:pP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←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1400" b="0" i="1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marR="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Font typeface="Noto Sans Symbols"/>
              <a:buAutoNum type="arabicPeriod"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Font typeface="Noto Sans Symbols"/>
              <a:buAutoNum type="arabicPeriod"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Adj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Font typeface="Noto Sans Symbols"/>
              <a:buAutoNum type="arabicPeriod"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0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= WHITE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Font typeface="Noto Sans Symbols"/>
              <a:buAutoNum type="arabicPeriod"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lang="en-US" sz="2000" b="1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π[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Font typeface="Noto Sans Symbols"/>
              <a:buAutoNum type="arabicPeriod"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DFS-Visit(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Font typeface="Noto Sans Symbols"/>
              <a:buAutoNum type="arabicPeriod"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BLACK     ∇ Blacken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 it is finished.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Font typeface="Noto Sans Symbols"/>
              <a:buAutoNum type="arabicPeriod"/>
            </a:pP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← 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</a:t>
            </a:r>
            <a:r>
              <a:rPr lang="en-US" sz="20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/>
          </a:p>
        </p:txBody>
      </p:sp>
      <p:sp>
        <p:nvSpPr>
          <p:cNvPr id="954" name="Google Shape;954;p29"/>
          <p:cNvSpPr txBox="1"/>
          <p:nvPr/>
        </p:nvSpPr>
        <p:spPr>
          <a:xfrm>
            <a:off x="288925" y="5451475"/>
            <a:ext cx="271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lang="en-US" sz="2400" b="0" i="0" u="sng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animation.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0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960" name="Google Shape;960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961" name="Google Shape;961;p30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2" name="Google Shape;962;p30"/>
          <p:cNvSpPr txBox="1"/>
          <p:nvPr/>
        </p:nvSpPr>
        <p:spPr>
          <a:xfrm>
            <a:off x="2716212" y="2366962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endParaRPr/>
          </a:p>
        </p:txBody>
      </p:sp>
      <p:sp>
        <p:nvSpPr>
          <p:cNvPr id="963" name="Google Shape;963;p30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4" name="Google Shape;964;p30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5" name="Google Shape;965;p30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66" name="Google Shape;966;p30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967" name="Google Shape;967;p30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8" name="Google Shape;968;p30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9" name="Google Shape;969;p30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70" name="Google Shape;970;p30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1" name="Google Shape;971;p30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2" name="Google Shape;972;p30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3" name="Google Shape;973;p30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974" name="Google Shape;974;p30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975" name="Google Shape;975;p30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976" name="Google Shape;976;p30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977" name="Google Shape;977;p30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978" name="Google Shape;978;p30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979" name="Google Shape;979;p30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980" name="Google Shape;980;p30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81" name="Google Shape;981;p30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982" name="Google Shape;982;p30"/>
          <p:cNvSpPr txBox="1"/>
          <p:nvPr/>
        </p:nvSpPr>
        <p:spPr>
          <a:xfrm>
            <a:off x="2667000" y="838200"/>
            <a:ext cx="4273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(Courtesy of Prof. Jim Anderson)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31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988" name="Google Shape;988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989" name="Google Shape;989;p31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0" name="Google Shape;990;p31"/>
          <p:cNvSpPr txBox="1"/>
          <p:nvPr/>
        </p:nvSpPr>
        <p:spPr>
          <a:xfrm>
            <a:off x="2716212" y="2366962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endParaRPr/>
          </a:p>
        </p:txBody>
      </p:sp>
      <p:sp>
        <p:nvSpPr>
          <p:cNvPr id="991" name="Google Shape;991;p31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31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31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94" name="Google Shape;994;p31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995" name="Google Shape;995;p31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6" name="Google Shape;996;p31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</a:t>
            </a:r>
            <a:endParaRPr sz="1300"/>
          </a:p>
        </p:txBody>
      </p:sp>
      <p:sp>
        <p:nvSpPr>
          <p:cNvPr id="997" name="Google Shape;997;p31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98" name="Google Shape;998;p31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99" name="Google Shape;999;p31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00" name="Google Shape;1000;p31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01" name="Google Shape;1001;p31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02" name="Google Shape;1002;p31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003" name="Google Shape;1003;p31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004" name="Google Shape;1004;p31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005" name="Google Shape;1005;p31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006" name="Google Shape;1006;p31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007" name="Google Shape;1007;p31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008" name="Google Shape;1008;p31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09" name="Google Shape;1009;p31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32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015" name="Google Shape;1015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016" name="Google Shape;1016;p32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7" name="Google Shape;1017;p32"/>
          <p:cNvSpPr txBox="1"/>
          <p:nvPr/>
        </p:nvSpPr>
        <p:spPr>
          <a:xfrm>
            <a:off x="2716212" y="2366962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endParaRPr/>
          </a:p>
        </p:txBody>
      </p:sp>
      <p:sp>
        <p:nvSpPr>
          <p:cNvPr id="1018" name="Google Shape;1018;p32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32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0" name="Google Shape;1020;p32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</a:t>
            </a:r>
            <a:endParaRPr sz="1200"/>
          </a:p>
        </p:txBody>
      </p:sp>
      <p:cxnSp>
        <p:nvCxnSpPr>
          <p:cNvPr id="1021" name="Google Shape;1021;p32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022" name="Google Shape;1022;p32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3" name="Google Shape;1023;p32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</a:t>
            </a:r>
            <a:endParaRPr sz="1300"/>
          </a:p>
        </p:txBody>
      </p:sp>
      <p:sp>
        <p:nvSpPr>
          <p:cNvPr id="1024" name="Google Shape;1024;p32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5" name="Google Shape;1025;p32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26" name="Google Shape;1026;p32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27" name="Google Shape;1027;p32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28" name="Google Shape;1028;p32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29" name="Google Shape;1029;p32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030" name="Google Shape;1030;p32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031" name="Google Shape;1031;p32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032" name="Google Shape;1032;p32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033" name="Google Shape;1033;p32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034" name="Google Shape;1034;p32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035" name="Google Shape;1035;p32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36" name="Google Shape;1036;p32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33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042" name="Google Shape;1042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043" name="Google Shape;1043;p33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4" name="Google Shape;1044;p33"/>
          <p:cNvSpPr txBox="1"/>
          <p:nvPr/>
        </p:nvSpPr>
        <p:spPr>
          <a:xfrm>
            <a:off x="2716212" y="2366962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endParaRPr/>
          </a:p>
        </p:txBody>
      </p:sp>
      <p:sp>
        <p:nvSpPr>
          <p:cNvPr id="1045" name="Google Shape;1045;p33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</a:t>
            </a:r>
            <a:endParaRPr sz="1300"/>
          </a:p>
        </p:txBody>
      </p:sp>
      <p:sp>
        <p:nvSpPr>
          <p:cNvPr id="1046" name="Google Shape;1046;p33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7" name="Google Shape;1047;p33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</a:t>
            </a:r>
            <a:endParaRPr sz="1300"/>
          </a:p>
        </p:txBody>
      </p:sp>
      <p:cxnSp>
        <p:nvCxnSpPr>
          <p:cNvPr id="1048" name="Google Shape;1048;p33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049" name="Google Shape;1049;p33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0" name="Google Shape;1050;p33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</a:t>
            </a:r>
            <a:endParaRPr sz="1300"/>
          </a:p>
        </p:txBody>
      </p:sp>
      <p:sp>
        <p:nvSpPr>
          <p:cNvPr id="1051" name="Google Shape;1051;p33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52" name="Google Shape;1052;p33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53" name="Google Shape;1053;p33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54" name="Google Shape;1054;p33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55" name="Google Shape;1055;p33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56" name="Google Shape;1056;p33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057" name="Google Shape;1057;p33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058" name="Google Shape;1058;p33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059" name="Google Shape;1059;p33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060" name="Google Shape;1060;p33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061" name="Google Shape;1061;p33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062" name="Google Shape;1062;p33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63" name="Google Shape;1063;p33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4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069" name="Google Shape;1069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070" name="Google Shape;1070;p34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1" name="Google Shape;1071;p34"/>
          <p:cNvSpPr txBox="1"/>
          <p:nvPr/>
        </p:nvSpPr>
        <p:spPr>
          <a:xfrm>
            <a:off x="2716212" y="2366962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endParaRPr/>
          </a:p>
        </p:txBody>
      </p:sp>
      <p:sp>
        <p:nvSpPr>
          <p:cNvPr id="1072" name="Google Shape;1072;p34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</a:t>
            </a:r>
            <a:endParaRPr sz="1300"/>
          </a:p>
        </p:txBody>
      </p:sp>
      <p:sp>
        <p:nvSpPr>
          <p:cNvPr id="1073" name="Google Shape;1073;p34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4" name="Google Shape;1074;p34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</a:t>
            </a:r>
            <a:endParaRPr sz="1300"/>
          </a:p>
        </p:txBody>
      </p:sp>
      <p:cxnSp>
        <p:nvCxnSpPr>
          <p:cNvPr id="1075" name="Google Shape;1075;p34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076" name="Google Shape;1076;p34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7" name="Google Shape;1077;p34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</a:t>
            </a:r>
            <a:endParaRPr sz="1300"/>
          </a:p>
        </p:txBody>
      </p:sp>
      <p:sp>
        <p:nvSpPr>
          <p:cNvPr id="1078" name="Google Shape;1078;p34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79" name="Google Shape;1079;p34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80" name="Google Shape;1080;p34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81" name="Google Shape;1081;p34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82" name="Google Shape;1082;p34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83" name="Google Shape;1083;p34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084" name="Google Shape;1084;p34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085" name="Google Shape;1085;p34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086" name="Google Shape;1086;p34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087" name="Google Shape;1087;p34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088" name="Google Shape;1088;p34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089" name="Google Shape;1089;p34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90" name="Google Shape;1090;p34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091" name="Google Shape;1091;p34"/>
          <p:cNvSpPr txBox="1"/>
          <p:nvPr/>
        </p:nvSpPr>
        <p:spPr>
          <a:xfrm>
            <a:off x="3357562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35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097" name="Google Shape;1097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098" name="Google Shape;1098;p35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9" name="Google Shape;1099;p35"/>
          <p:cNvSpPr txBox="1"/>
          <p:nvPr/>
        </p:nvSpPr>
        <p:spPr>
          <a:xfrm>
            <a:off x="2716212" y="2366962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endParaRPr/>
          </a:p>
        </p:txBody>
      </p:sp>
      <p:sp>
        <p:nvSpPr>
          <p:cNvPr id="1100" name="Google Shape;1100;p35"/>
          <p:cNvSpPr/>
          <p:nvPr/>
        </p:nvSpPr>
        <p:spPr>
          <a:xfrm>
            <a:off x="2678112" y="3719512"/>
            <a:ext cx="590700" cy="576300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4/5</a:t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1" name="Google Shape;1101;p35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</a:t>
            </a:r>
            <a:endParaRPr sz="1300"/>
          </a:p>
        </p:txBody>
      </p:sp>
      <p:cxnSp>
        <p:nvCxnSpPr>
          <p:cNvPr id="1102" name="Google Shape;1102;p35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103" name="Google Shape;1103;p35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4" name="Google Shape;1104;p35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</a:t>
            </a:r>
            <a:endParaRPr sz="1300"/>
          </a:p>
        </p:txBody>
      </p:sp>
      <p:sp>
        <p:nvSpPr>
          <p:cNvPr id="1105" name="Google Shape;1105;p35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06" name="Google Shape;1106;p35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07" name="Google Shape;1107;p35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08" name="Google Shape;1108;p35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09" name="Google Shape;1109;p35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110" name="Google Shape;1110;p35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111" name="Google Shape;1111;p35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112" name="Google Shape;1112;p35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113" name="Google Shape;1113;p35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114" name="Google Shape;1114;p35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115" name="Google Shape;1115;p35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116" name="Google Shape;1116;p35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17" name="Google Shape;1117;p35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118" name="Google Shape;1118;p35"/>
          <p:cNvSpPr txBox="1"/>
          <p:nvPr/>
        </p:nvSpPr>
        <p:spPr>
          <a:xfrm>
            <a:off x="3357562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36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124" name="Google Shape;1124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125" name="Google Shape;1125;p36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6" name="Google Shape;1126;p36"/>
          <p:cNvSpPr txBox="1"/>
          <p:nvPr/>
        </p:nvSpPr>
        <p:spPr>
          <a:xfrm>
            <a:off x="2716212" y="2366962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endParaRPr/>
          </a:p>
        </p:txBody>
      </p:sp>
      <p:sp>
        <p:nvSpPr>
          <p:cNvPr id="1127" name="Google Shape;1127;p36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4/5</a:t>
            </a:r>
            <a:endParaRPr sz="400"/>
          </a:p>
        </p:txBody>
      </p:sp>
      <p:sp>
        <p:nvSpPr>
          <p:cNvPr id="1128" name="Google Shape;1128;p36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9" name="Google Shape;1129;p36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3/6</a:t>
            </a:r>
            <a:endParaRPr sz="400"/>
          </a:p>
        </p:txBody>
      </p:sp>
      <p:cxnSp>
        <p:nvCxnSpPr>
          <p:cNvPr id="1130" name="Google Shape;1130;p36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131" name="Google Shape;1131;p36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2" name="Google Shape;1132;p36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</a:t>
            </a:r>
            <a:endParaRPr/>
          </a:p>
        </p:txBody>
      </p:sp>
      <p:sp>
        <p:nvSpPr>
          <p:cNvPr id="1133" name="Google Shape;1133;p36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34" name="Google Shape;1134;p36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35" name="Google Shape;1135;p36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36" name="Google Shape;1136;p36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37" name="Google Shape;1137;p36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138" name="Google Shape;1138;p36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139" name="Google Shape;1139;p36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140" name="Google Shape;1140;p36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141" name="Google Shape;1141;p36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142" name="Google Shape;1142;p36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143" name="Google Shape;1143;p36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144" name="Google Shape;1144;p36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45" name="Google Shape;1145;p36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146" name="Google Shape;1146;p36"/>
          <p:cNvSpPr txBox="1"/>
          <p:nvPr/>
        </p:nvSpPr>
        <p:spPr>
          <a:xfrm>
            <a:off x="3357562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37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152" name="Google Shape;1152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153" name="Google Shape;1153;p37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4" name="Google Shape;1154;p37"/>
          <p:cNvSpPr txBox="1"/>
          <p:nvPr/>
        </p:nvSpPr>
        <p:spPr>
          <a:xfrm>
            <a:off x="2716212" y="2366962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endParaRPr/>
          </a:p>
        </p:txBody>
      </p:sp>
      <p:sp>
        <p:nvSpPr>
          <p:cNvPr id="1155" name="Google Shape;1155;p37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4/5</a:t>
            </a:r>
            <a:endParaRPr sz="400"/>
          </a:p>
        </p:txBody>
      </p:sp>
      <p:sp>
        <p:nvSpPr>
          <p:cNvPr id="1156" name="Google Shape;1156;p37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7" name="Google Shape;1157;p37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3/6</a:t>
            </a:r>
            <a:endParaRPr sz="400"/>
          </a:p>
        </p:txBody>
      </p:sp>
      <p:cxnSp>
        <p:nvCxnSpPr>
          <p:cNvPr id="1158" name="Google Shape;1158;p37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159" name="Google Shape;1159;p37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0" name="Google Shape;1160;p37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2/7</a:t>
            </a:r>
            <a:endParaRPr sz="400"/>
          </a:p>
        </p:txBody>
      </p:sp>
      <p:sp>
        <p:nvSpPr>
          <p:cNvPr id="1161" name="Google Shape;1161;p37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62" name="Google Shape;1162;p37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63" name="Google Shape;1163;p37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64" name="Google Shape;1164;p37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65" name="Google Shape;1165;p37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166" name="Google Shape;1166;p37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167" name="Google Shape;1167;p37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168" name="Google Shape;1168;p37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169" name="Google Shape;1169;p37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170" name="Google Shape;1170;p37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171" name="Google Shape;1171;p37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172" name="Google Shape;1172;p37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73" name="Google Shape;1173;p37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174" name="Google Shape;1174;p37"/>
          <p:cNvSpPr txBox="1"/>
          <p:nvPr/>
        </p:nvSpPr>
        <p:spPr>
          <a:xfrm>
            <a:off x="3357562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38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180" name="Google Shape;1180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181" name="Google Shape;1181;p38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2" name="Google Shape;1182;p38"/>
          <p:cNvSpPr txBox="1"/>
          <p:nvPr/>
        </p:nvSpPr>
        <p:spPr>
          <a:xfrm>
            <a:off x="2716212" y="2366962"/>
            <a:ext cx="42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</a:t>
            </a:r>
            <a:endParaRPr/>
          </a:p>
        </p:txBody>
      </p:sp>
      <p:sp>
        <p:nvSpPr>
          <p:cNvPr id="1183" name="Google Shape;1183;p38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4/5</a:t>
            </a:r>
            <a:endParaRPr sz="400"/>
          </a:p>
        </p:txBody>
      </p:sp>
      <p:sp>
        <p:nvSpPr>
          <p:cNvPr id="1184" name="Google Shape;1184;p38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5" name="Google Shape;1185;p38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3/6</a:t>
            </a:r>
            <a:endParaRPr sz="400"/>
          </a:p>
        </p:txBody>
      </p:sp>
      <p:cxnSp>
        <p:nvCxnSpPr>
          <p:cNvPr id="1186" name="Google Shape;1186;p38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187" name="Google Shape;1187;p38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8" name="Google Shape;1188;p38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2/7</a:t>
            </a:r>
            <a:endParaRPr sz="400"/>
          </a:p>
        </p:txBody>
      </p:sp>
      <p:sp>
        <p:nvSpPr>
          <p:cNvPr id="1189" name="Google Shape;1189;p38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0" name="Google Shape;1190;p38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91" name="Google Shape;1191;p38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92" name="Google Shape;1192;p38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93" name="Google Shape;1193;p38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194" name="Google Shape;1194;p38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195" name="Google Shape;1195;p38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196" name="Google Shape;1196;p38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197" name="Google Shape;1197;p38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198" name="Google Shape;1198;p38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199" name="Google Shape;1199;p38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200" name="Google Shape;1200;p38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01" name="Google Shape;1201;p38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202" name="Google Shape;1202;p38"/>
          <p:cNvSpPr txBox="1"/>
          <p:nvPr/>
        </p:nvSpPr>
        <p:spPr>
          <a:xfrm>
            <a:off x="3357562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203" name="Google Shape;1203;p38"/>
          <p:cNvSpPr txBox="1"/>
          <p:nvPr/>
        </p:nvSpPr>
        <p:spPr>
          <a:xfrm>
            <a:off x="2606675" y="3022600"/>
            <a:ext cx="3540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39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209" name="Google Shape;1209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210" name="Google Shape;1210;p39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1" name="Google Shape;1211;p39"/>
          <p:cNvSpPr txBox="1"/>
          <p:nvPr/>
        </p:nvSpPr>
        <p:spPr>
          <a:xfrm>
            <a:off x="2690887" y="2360750"/>
            <a:ext cx="573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7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1/8</a:t>
            </a:r>
            <a:endParaRPr sz="700"/>
          </a:p>
        </p:txBody>
      </p:sp>
      <p:sp>
        <p:nvSpPr>
          <p:cNvPr id="1212" name="Google Shape;1212;p39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4/5</a:t>
            </a:r>
            <a:endParaRPr sz="400"/>
          </a:p>
        </p:txBody>
      </p:sp>
      <p:sp>
        <p:nvSpPr>
          <p:cNvPr id="1213" name="Google Shape;1213;p39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4" name="Google Shape;1214;p39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3/6</a:t>
            </a:r>
            <a:endParaRPr sz="400"/>
          </a:p>
        </p:txBody>
      </p:sp>
      <p:cxnSp>
        <p:nvCxnSpPr>
          <p:cNvPr id="1215" name="Google Shape;1215;p39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216" name="Google Shape;1216;p39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7" name="Google Shape;1217;p39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400"/>
          </a:p>
        </p:txBody>
      </p:sp>
      <p:sp>
        <p:nvSpPr>
          <p:cNvPr id="1218" name="Google Shape;1218;p39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19" name="Google Shape;1219;p39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20" name="Google Shape;1220;p39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21" name="Google Shape;1221;p39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22" name="Google Shape;1222;p39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223" name="Google Shape;1223;p39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224" name="Google Shape;1224;p39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225" name="Google Shape;1225;p39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226" name="Google Shape;1226;p39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227" name="Google Shape;1227;p39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228" name="Google Shape;1228;p39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229" name="Google Shape;1229;p39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30" name="Google Shape;1230;p39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231" name="Google Shape;1231;p39"/>
          <p:cNvSpPr txBox="1"/>
          <p:nvPr/>
        </p:nvSpPr>
        <p:spPr>
          <a:xfrm>
            <a:off x="3357562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232" name="Google Shape;1232;p39"/>
          <p:cNvSpPr txBox="1"/>
          <p:nvPr/>
        </p:nvSpPr>
        <p:spPr>
          <a:xfrm>
            <a:off x="2606675" y="3022600"/>
            <a:ext cx="3540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0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238" name="Google Shape;1238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239" name="Google Shape;1239;p40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0" name="Google Shape;1240;p40"/>
          <p:cNvSpPr txBox="1"/>
          <p:nvPr/>
        </p:nvSpPr>
        <p:spPr>
          <a:xfrm>
            <a:off x="2716212" y="2366962"/>
            <a:ext cx="573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1/8</a:t>
            </a:r>
            <a:endParaRPr sz="300"/>
          </a:p>
        </p:txBody>
      </p:sp>
      <p:sp>
        <p:nvSpPr>
          <p:cNvPr id="1241" name="Google Shape;1241;p40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4/5</a:t>
            </a:r>
            <a:endParaRPr sz="400"/>
          </a:p>
        </p:txBody>
      </p:sp>
      <p:sp>
        <p:nvSpPr>
          <p:cNvPr id="1242" name="Google Shape;1242;p40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3" name="Google Shape;1243;p40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3/6</a:t>
            </a:r>
            <a:endParaRPr sz="400"/>
          </a:p>
        </p:txBody>
      </p:sp>
      <p:cxnSp>
        <p:nvCxnSpPr>
          <p:cNvPr id="1244" name="Google Shape;1244;p40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245" name="Google Shape;1245;p40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6" name="Google Shape;1246;p40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2/7</a:t>
            </a:r>
            <a:endParaRPr sz="400"/>
          </a:p>
        </p:txBody>
      </p:sp>
      <p:sp>
        <p:nvSpPr>
          <p:cNvPr id="1247" name="Google Shape;1247;p40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</a:t>
            </a:r>
            <a:endParaRPr sz="1200"/>
          </a:p>
        </p:txBody>
      </p:sp>
      <p:cxnSp>
        <p:nvCxnSpPr>
          <p:cNvPr id="1248" name="Google Shape;1248;p40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49" name="Google Shape;1249;p40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50" name="Google Shape;1250;p40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51" name="Google Shape;1251;p40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252" name="Google Shape;1252;p40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253" name="Google Shape;1253;p40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254" name="Google Shape;1254;p40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255" name="Google Shape;1255;p40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256" name="Google Shape;1256;p40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257" name="Google Shape;1257;p40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258" name="Google Shape;1258;p40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59" name="Google Shape;1259;p40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260" name="Google Shape;1260;p40"/>
          <p:cNvSpPr txBox="1"/>
          <p:nvPr/>
        </p:nvSpPr>
        <p:spPr>
          <a:xfrm>
            <a:off x="3357562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261" name="Google Shape;1261;p40"/>
          <p:cNvSpPr txBox="1"/>
          <p:nvPr/>
        </p:nvSpPr>
        <p:spPr>
          <a:xfrm>
            <a:off x="2606675" y="3022600"/>
            <a:ext cx="3540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41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267" name="Google Shape;1267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268" name="Google Shape;1268;p41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9" name="Google Shape;1269;p41"/>
          <p:cNvSpPr txBox="1"/>
          <p:nvPr/>
        </p:nvSpPr>
        <p:spPr>
          <a:xfrm>
            <a:off x="2716212" y="2366962"/>
            <a:ext cx="573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7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1/8</a:t>
            </a:r>
            <a:endParaRPr sz="700"/>
          </a:p>
        </p:txBody>
      </p:sp>
      <p:sp>
        <p:nvSpPr>
          <p:cNvPr id="1270" name="Google Shape;1270;p41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4/5</a:t>
            </a:r>
            <a:endParaRPr sz="400"/>
          </a:p>
        </p:txBody>
      </p:sp>
      <p:sp>
        <p:nvSpPr>
          <p:cNvPr id="1271" name="Google Shape;1271;p41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2" name="Google Shape;1272;p41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3/6</a:t>
            </a:r>
            <a:endParaRPr sz="400"/>
          </a:p>
        </p:txBody>
      </p:sp>
      <p:cxnSp>
        <p:nvCxnSpPr>
          <p:cNvPr id="1273" name="Google Shape;1273;p41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274" name="Google Shape;1274;p41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5" name="Google Shape;1275;p41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2/7</a:t>
            </a:r>
            <a:endParaRPr sz="400"/>
          </a:p>
        </p:txBody>
      </p:sp>
      <p:sp>
        <p:nvSpPr>
          <p:cNvPr id="1276" name="Google Shape;1276;p41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</a:t>
            </a:r>
            <a:endParaRPr sz="800"/>
          </a:p>
        </p:txBody>
      </p:sp>
      <p:cxnSp>
        <p:nvCxnSpPr>
          <p:cNvPr id="1277" name="Google Shape;1277;p41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78" name="Google Shape;1278;p41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79" name="Google Shape;1279;p41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80" name="Google Shape;1280;p41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281" name="Google Shape;1281;p41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282" name="Google Shape;1282;p41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283" name="Google Shape;1283;p41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284" name="Google Shape;1284;p41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285" name="Google Shape;1285;p41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286" name="Google Shape;1286;p41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287" name="Google Shape;1287;p41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88" name="Google Shape;1288;p41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289" name="Google Shape;1289;p41"/>
          <p:cNvSpPr txBox="1"/>
          <p:nvPr/>
        </p:nvSpPr>
        <p:spPr>
          <a:xfrm>
            <a:off x="3357562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290" name="Google Shape;1290;p41"/>
          <p:cNvSpPr txBox="1"/>
          <p:nvPr/>
        </p:nvSpPr>
        <p:spPr>
          <a:xfrm>
            <a:off x="2606675" y="3022600"/>
            <a:ext cx="3540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1291" name="Google Shape;1291;p41"/>
          <p:cNvSpPr txBox="1"/>
          <p:nvPr/>
        </p:nvSpPr>
        <p:spPr>
          <a:xfrm>
            <a:off x="4872037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42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297" name="Google Shape;1297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298" name="Google Shape;1298;p42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9" name="Google Shape;1299;p42"/>
          <p:cNvSpPr txBox="1"/>
          <p:nvPr/>
        </p:nvSpPr>
        <p:spPr>
          <a:xfrm>
            <a:off x="2716212" y="2366962"/>
            <a:ext cx="57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1/8</a:t>
            </a:r>
            <a:endParaRPr sz="800"/>
          </a:p>
        </p:txBody>
      </p:sp>
      <p:sp>
        <p:nvSpPr>
          <p:cNvPr id="1300" name="Google Shape;1300;p42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9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4/5</a:t>
            </a:r>
            <a:endParaRPr sz="900"/>
          </a:p>
        </p:txBody>
      </p:sp>
      <p:sp>
        <p:nvSpPr>
          <p:cNvPr id="1301" name="Google Shape;1301;p42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2" name="Google Shape;1302;p42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3/6</a:t>
            </a:r>
            <a:endParaRPr sz="600"/>
          </a:p>
        </p:txBody>
      </p:sp>
      <p:cxnSp>
        <p:nvCxnSpPr>
          <p:cNvPr id="1303" name="Google Shape;1303;p42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304" name="Google Shape;1304;p42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10/</a:t>
            </a:r>
            <a:endParaRPr sz="200"/>
          </a:p>
        </p:txBody>
      </p:sp>
      <p:sp>
        <p:nvSpPr>
          <p:cNvPr id="1305" name="Google Shape;1305;p42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7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2/7</a:t>
            </a:r>
            <a:endParaRPr sz="700"/>
          </a:p>
        </p:txBody>
      </p:sp>
      <p:sp>
        <p:nvSpPr>
          <p:cNvPr id="1306" name="Google Shape;1306;p42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</a:t>
            </a:r>
            <a:endParaRPr sz="400"/>
          </a:p>
        </p:txBody>
      </p:sp>
      <p:cxnSp>
        <p:nvCxnSpPr>
          <p:cNvPr id="1307" name="Google Shape;1307;p42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08" name="Google Shape;1308;p42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09" name="Google Shape;1309;p42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10" name="Google Shape;1310;p42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311" name="Google Shape;1311;p42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312" name="Google Shape;1312;p42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313" name="Google Shape;1313;p42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314" name="Google Shape;1314;p42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315" name="Google Shape;1315;p42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316" name="Google Shape;1316;p42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317" name="Google Shape;1317;p42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18" name="Google Shape;1318;p42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319" name="Google Shape;1319;p42"/>
          <p:cNvSpPr txBox="1"/>
          <p:nvPr/>
        </p:nvSpPr>
        <p:spPr>
          <a:xfrm>
            <a:off x="3357562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320" name="Google Shape;1320;p42"/>
          <p:cNvSpPr txBox="1"/>
          <p:nvPr/>
        </p:nvSpPr>
        <p:spPr>
          <a:xfrm>
            <a:off x="2606675" y="3022600"/>
            <a:ext cx="3540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1321" name="Google Shape;1321;p42"/>
          <p:cNvSpPr txBox="1"/>
          <p:nvPr/>
        </p:nvSpPr>
        <p:spPr>
          <a:xfrm>
            <a:off x="4872037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3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327" name="Google Shape;1327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328" name="Google Shape;1328;p43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9" name="Google Shape;1329;p43"/>
          <p:cNvSpPr txBox="1"/>
          <p:nvPr/>
        </p:nvSpPr>
        <p:spPr>
          <a:xfrm>
            <a:off x="2716200" y="2480086"/>
            <a:ext cx="573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1/8</a:t>
            </a:r>
            <a:endParaRPr sz="300"/>
          </a:p>
        </p:txBody>
      </p:sp>
      <p:sp>
        <p:nvSpPr>
          <p:cNvPr id="1330" name="Google Shape;1330;p43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4/5</a:t>
            </a:r>
            <a:endParaRPr sz="500"/>
          </a:p>
        </p:txBody>
      </p:sp>
      <p:sp>
        <p:nvSpPr>
          <p:cNvPr id="1331" name="Google Shape;1331;p43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2" name="Google Shape;1332;p43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7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3/6</a:t>
            </a:r>
            <a:endParaRPr sz="700"/>
          </a:p>
        </p:txBody>
      </p:sp>
      <p:cxnSp>
        <p:nvCxnSpPr>
          <p:cNvPr id="1333" name="Google Shape;1333;p43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334" name="Google Shape;1334;p43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10/</a:t>
            </a:r>
            <a:endParaRPr sz="300"/>
          </a:p>
        </p:txBody>
      </p:sp>
      <p:sp>
        <p:nvSpPr>
          <p:cNvPr id="1335" name="Google Shape;1335;p43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2/7</a:t>
            </a:r>
            <a:endParaRPr sz="500"/>
          </a:p>
        </p:txBody>
      </p:sp>
      <p:sp>
        <p:nvSpPr>
          <p:cNvPr id="1336" name="Google Shape;1336;p43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</a:t>
            </a:r>
            <a:endParaRPr sz="1000"/>
          </a:p>
        </p:txBody>
      </p:sp>
      <p:cxnSp>
        <p:nvCxnSpPr>
          <p:cNvPr id="1337" name="Google Shape;1337;p43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38" name="Google Shape;1338;p43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39" name="Google Shape;1339;p43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40" name="Google Shape;1340;p43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341" name="Google Shape;1341;p43"/>
          <p:cNvSpPr txBox="1"/>
          <p:nvPr/>
        </p:nvSpPr>
        <p:spPr>
          <a:xfrm>
            <a:off x="2844800" y="190658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342" name="Google Shape;1342;p43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343" name="Google Shape;1343;p43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344" name="Google Shape;1344;p43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345" name="Google Shape;1345;p43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346" name="Google Shape;1346;p43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347" name="Google Shape;1347;p43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48" name="Google Shape;1348;p43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349" name="Google Shape;1349;p43"/>
          <p:cNvSpPr txBox="1"/>
          <p:nvPr/>
        </p:nvSpPr>
        <p:spPr>
          <a:xfrm>
            <a:off x="3357562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350" name="Google Shape;1350;p43"/>
          <p:cNvSpPr txBox="1"/>
          <p:nvPr/>
        </p:nvSpPr>
        <p:spPr>
          <a:xfrm>
            <a:off x="2606675" y="3022600"/>
            <a:ext cx="3540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1351" name="Google Shape;1351;p43"/>
          <p:cNvSpPr txBox="1"/>
          <p:nvPr/>
        </p:nvSpPr>
        <p:spPr>
          <a:xfrm>
            <a:off x="4872037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44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357" name="Google Shape;1357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358" name="Google Shape;1358;p44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9" name="Google Shape;1359;p44"/>
          <p:cNvSpPr txBox="1"/>
          <p:nvPr/>
        </p:nvSpPr>
        <p:spPr>
          <a:xfrm>
            <a:off x="2716212" y="2366962"/>
            <a:ext cx="573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7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1/8</a:t>
            </a:r>
            <a:endParaRPr sz="700"/>
          </a:p>
        </p:txBody>
      </p:sp>
      <p:sp>
        <p:nvSpPr>
          <p:cNvPr id="1360" name="Google Shape;1360;p44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4/5</a:t>
            </a:r>
            <a:endParaRPr sz="500"/>
          </a:p>
        </p:txBody>
      </p:sp>
      <p:sp>
        <p:nvSpPr>
          <p:cNvPr id="1361" name="Google Shape;1361;p44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2" name="Google Shape;1362;p44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9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3/6</a:t>
            </a:r>
            <a:endParaRPr sz="900"/>
          </a:p>
        </p:txBody>
      </p:sp>
      <p:cxnSp>
        <p:nvCxnSpPr>
          <p:cNvPr id="1363" name="Google Shape;1363;p44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364" name="Google Shape;1364;p44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1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10/11</a:t>
            </a:r>
            <a:endParaRPr sz="600"/>
          </a:p>
        </p:txBody>
      </p:sp>
      <p:sp>
        <p:nvSpPr>
          <p:cNvPr id="1365" name="Google Shape;1365;p44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2/7</a:t>
            </a:r>
            <a:endParaRPr sz="800"/>
          </a:p>
        </p:txBody>
      </p:sp>
      <p:sp>
        <p:nvSpPr>
          <p:cNvPr id="1366" name="Google Shape;1366;p44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solidFill>
            <a:srgbClr val="CCEC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</a:t>
            </a:r>
            <a:endParaRPr sz="800"/>
          </a:p>
        </p:txBody>
      </p:sp>
      <p:cxnSp>
        <p:nvCxnSpPr>
          <p:cNvPr id="1367" name="Google Shape;1367;p44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68" name="Google Shape;1368;p44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69" name="Google Shape;1369;p44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70" name="Google Shape;1370;p44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371" name="Google Shape;1371;p44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372" name="Google Shape;1372;p44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373" name="Google Shape;1373;p44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374" name="Google Shape;1374;p44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375" name="Google Shape;1375;p44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376" name="Google Shape;1376;p44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377" name="Google Shape;1377;p44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78" name="Google Shape;1378;p44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379" name="Google Shape;1379;p44"/>
          <p:cNvSpPr txBox="1"/>
          <p:nvPr/>
        </p:nvSpPr>
        <p:spPr>
          <a:xfrm>
            <a:off x="3357562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380" name="Google Shape;1380;p44"/>
          <p:cNvSpPr txBox="1"/>
          <p:nvPr/>
        </p:nvSpPr>
        <p:spPr>
          <a:xfrm>
            <a:off x="2606675" y="3022600"/>
            <a:ext cx="3540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1381" name="Google Shape;1381;p44"/>
          <p:cNvSpPr txBox="1"/>
          <p:nvPr/>
        </p:nvSpPr>
        <p:spPr>
          <a:xfrm>
            <a:off x="4872037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45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387" name="Google Shape;1387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(DFS)</a:t>
            </a:r>
            <a:endParaRPr/>
          </a:p>
        </p:txBody>
      </p:sp>
      <p:sp>
        <p:nvSpPr>
          <p:cNvPr id="1388" name="Google Shape;1388;p45"/>
          <p:cNvSpPr/>
          <p:nvPr/>
        </p:nvSpPr>
        <p:spPr>
          <a:xfrm>
            <a:off x="2678112" y="23034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9" name="Google Shape;1389;p45"/>
          <p:cNvSpPr txBox="1"/>
          <p:nvPr/>
        </p:nvSpPr>
        <p:spPr>
          <a:xfrm>
            <a:off x="2716212" y="2366962"/>
            <a:ext cx="573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1/8</a:t>
            </a:r>
            <a:endParaRPr sz="500"/>
          </a:p>
        </p:txBody>
      </p:sp>
      <p:sp>
        <p:nvSpPr>
          <p:cNvPr id="1390" name="Google Shape;1390;p45"/>
          <p:cNvSpPr/>
          <p:nvPr/>
        </p:nvSpPr>
        <p:spPr>
          <a:xfrm>
            <a:off x="2678112" y="371951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7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4/5</a:t>
            </a:r>
            <a:endParaRPr sz="700"/>
          </a:p>
        </p:txBody>
      </p:sp>
      <p:sp>
        <p:nvSpPr>
          <p:cNvPr id="1391" name="Google Shape;1391;p45"/>
          <p:cNvSpPr txBox="1"/>
          <p:nvPr/>
        </p:nvSpPr>
        <p:spPr>
          <a:xfrm>
            <a:off x="2773362" y="3754437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2" name="Google Shape;1392;p45"/>
          <p:cNvSpPr/>
          <p:nvPr/>
        </p:nvSpPr>
        <p:spPr>
          <a:xfrm>
            <a:off x="4159250" y="37131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3/6</a:t>
            </a:r>
            <a:endParaRPr sz="800"/>
          </a:p>
        </p:txBody>
      </p:sp>
      <p:cxnSp>
        <p:nvCxnSpPr>
          <p:cNvPr id="1393" name="Google Shape;1393;p45"/>
          <p:cNvCxnSpPr/>
          <p:nvPr/>
        </p:nvCxnSpPr>
        <p:spPr>
          <a:xfrm>
            <a:off x="3254375" y="400843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394" name="Google Shape;1394;p45"/>
          <p:cNvSpPr/>
          <p:nvPr/>
        </p:nvSpPr>
        <p:spPr>
          <a:xfrm>
            <a:off x="5640387" y="37226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11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10/11</a:t>
            </a:r>
            <a:endParaRPr sz="500"/>
          </a:p>
        </p:txBody>
      </p:sp>
      <p:sp>
        <p:nvSpPr>
          <p:cNvPr id="1395" name="Google Shape;1395;p45"/>
          <p:cNvSpPr/>
          <p:nvPr/>
        </p:nvSpPr>
        <p:spPr>
          <a:xfrm>
            <a:off x="4154487" y="2308225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7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2/7</a:t>
            </a:r>
            <a:endParaRPr sz="700"/>
          </a:p>
        </p:txBody>
      </p:sp>
      <p:sp>
        <p:nvSpPr>
          <p:cNvPr id="1396" name="Google Shape;1396;p45"/>
          <p:cNvSpPr/>
          <p:nvPr/>
        </p:nvSpPr>
        <p:spPr>
          <a:xfrm>
            <a:off x="5635625" y="2317750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5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9/12</a:t>
            </a:r>
            <a:endParaRPr sz="500"/>
          </a:p>
        </p:txBody>
      </p:sp>
      <p:cxnSp>
        <p:nvCxnSpPr>
          <p:cNvPr id="1397" name="Google Shape;1397;p45"/>
          <p:cNvCxnSpPr/>
          <p:nvPr/>
        </p:nvCxnSpPr>
        <p:spPr>
          <a:xfrm>
            <a:off x="2965450" y="2881312"/>
            <a:ext cx="0" cy="842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98" name="Google Shape;1398;p45"/>
          <p:cNvCxnSpPr/>
          <p:nvPr/>
        </p:nvCxnSpPr>
        <p:spPr>
          <a:xfrm>
            <a:off x="4446587" y="2890837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99" name="Google Shape;1399;p45"/>
          <p:cNvCxnSpPr/>
          <p:nvPr/>
        </p:nvCxnSpPr>
        <p:spPr>
          <a:xfrm>
            <a:off x="5927725" y="2900362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00" name="Google Shape;1400;p45"/>
          <p:cNvCxnSpPr/>
          <p:nvPr/>
        </p:nvCxnSpPr>
        <p:spPr>
          <a:xfrm rot="10800000" flipH="1">
            <a:off x="3173412" y="2757487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01" name="Google Shape;1401;p45"/>
          <p:cNvSpPr txBox="1"/>
          <p:nvPr/>
        </p:nvSpPr>
        <p:spPr>
          <a:xfrm>
            <a:off x="2844800" y="190658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402" name="Google Shape;1402;p45"/>
          <p:cNvSpPr txBox="1"/>
          <p:nvPr/>
        </p:nvSpPr>
        <p:spPr>
          <a:xfrm>
            <a:off x="4311650" y="1916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403" name="Google Shape;1403;p45"/>
          <p:cNvSpPr txBox="1"/>
          <p:nvPr/>
        </p:nvSpPr>
        <p:spPr>
          <a:xfrm>
            <a:off x="5778500" y="1925637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404" name="Google Shape;1404;p45"/>
          <p:cNvSpPr txBox="1"/>
          <p:nvPr/>
        </p:nvSpPr>
        <p:spPr>
          <a:xfrm>
            <a:off x="2811462" y="42021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405" name="Google Shape;1405;p45"/>
          <p:cNvSpPr txBox="1"/>
          <p:nvPr/>
        </p:nvSpPr>
        <p:spPr>
          <a:xfrm>
            <a:off x="4306887" y="4211637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406" name="Google Shape;1406;p45"/>
          <p:cNvSpPr txBox="1"/>
          <p:nvPr/>
        </p:nvSpPr>
        <p:spPr>
          <a:xfrm>
            <a:off x="5788025" y="4206875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cxnSp>
        <p:nvCxnSpPr>
          <p:cNvPr id="1407" name="Google Shape;1407;p45"/>
          <p:cNvCxnSpPr/>
          <p:nvPr/>
        </p:nvCxnSpPr>
        <p:spPr>
          <a:xfrm>
            <a:off x="3263900" y="2617787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08" name="Google Shape;1408;p45"/>
          <p:cNvCxnSpPr/>
          <p:nvPr/>
        </p:nvCxnSpPr>
        <p:spPr>
          <a:xfrm rot="10800000" flipH="1">
            <a:off x="4681537" y="2779712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409" name="Google Shape;1409;p45"/>
          <p:cNvSpPr txBox="1"/>
          <p:nvPr/>
        </p:nvSpPr>
        <p:spPr>
          <a:xfrm>
            <a:off x="3357562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410" name="Google Shape;1410;p45"/>
          <p:cNvSpPr txBox="1"/>
          <p:nvPr/>
        </p:nvSpPr>
        <p:spPr>
          <a:xfrm>
            <a:off x="2606675" y="3022600"/>
            <a:ext cx="3540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1411" name="Google Shape;1411;p45"/>
          <p:cNvSpPr txBox="1"/>
          <p:nvPr/>
        </p:nvSpPr>
        <p:spPr>
          <a:xfrm>
            <a:off x="4872037" y="29511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46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417" name="Google Shape;1417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DFS</a:t>
            </a:r>
            <a:endParaRPr/>
          </a:p>
        </p:txBody>
      </p:sp>
      <p:sp>
        <p:nvSpPr>
          <p:cNvPr id="1418" name="Google Shape;1418;p46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8556625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Loops on lines 1-2 &amp; 5-7 take 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Θ(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time, excluding time to execute DFS-Visit.</a:t>
            </a:r>
            <a:endParaRPr/>
          </a:p>
          <a:p>
            <a:pPr marL="342900" lvl="0" indent="-2667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10000"/>
              </a:buClr>
              <a:buSzPts val="1200"/>
              <a:buFont typeface="Noto Sans Symbols"/>
              <a:buNone/>
            </a:pPr>
            <a:endParaRPr sz="12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DFS-Visit is called once for each white vertex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it’s painted gray the first time.  Lines 3-6 of DFS-Visit is executed |Adj[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]| times. The total cost of executing DFS-Visit is </a:t>
            </a: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∑</a:t>
            </a:r>
            <a:r>
              <a:rPr lang="en-US" sz="2400" b="0" i="1" u="none" baseline="-250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baseline="-250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lang="en-US" sz="2400" b="0" i="1" u="none" baseline="-250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|Adj[</a:t>
            </a:r>
            <a:r>
              <a:rPr lang="en-US" sz="28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]| = 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Θ(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lvl="0" indent="-2667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10000"/>
              </a:buClr>
              <a:buSzPts val="1200"/>
              <a:buFont typeface="Noto Sans Symbols"/>
              <a:buNone/>
            </a:pPr>
            <a:endParaRPr sz="12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running time of DFS is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Θ(</a:t>
            </a:r>
            <a:r>
              <a:rPr lang="en-US" sz="28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V+E</a:t>
            </a:r>
            <a:r>
              <a:rPr lang="en-US" sz="28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47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424" name="Google Shape;1424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Parenthesis Theorem</a:t>
            </a:r>
            <a:endParaRPr/>
          </a:p>
        </p:txBody>
      </p:sp>
      <p:sp>
        <p:nvSpPr>
          <p:cNvPr id="1425" name="Google Shape;1425;p47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2667000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None/>
            </a:pPr>
            <a:r>
              <a:rPr lang="en-US" sz="2400" b="1" i="0" u="sng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 22.7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exactly one of the following holds: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or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and neither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descendant of the other.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and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descendant of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and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descendant of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endParaRPr sz="24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6" name="Google Shape;1426;p47"/>
          <p:cNvSpPr txBox="1"/>
          <p:nvPr/>
        </p:nvSpPr>
        <p:spPr>
          <a:xfrm>
            <a:off x="228600" y="3810000"/>
            <a:ext cx="88392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Char char="⬥"/>
            </a:pP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</a:t>
            </a: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happen.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Font typeface="Noto Sans Symbols"/>
              <a:buChar char="⬥"/>
            </a:pPr>
            <a:r>
              <a:rPr lang="en-US" sz="24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 parentheses: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Font typeface="Noto Sans Symbols"/>
              <a:buChar char="⬥"/>
            </a:pPr>
            <a:r>
              <a:rPr lang="en-US" sz="2000" b="0" i="0" u="none" strike="noStrike" cap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OK: ( ) [ ] ( [ ] ) [ ( ) ]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10000"/>
              </a:buClr>
              <a:buSzPts val="2000"/>
              <a:buFont typeface="Noto Sans Symbols"/>
              <a:buChar char="⬥"/>
            </a:pPr>
            <a:r>
              <a:rPr lang="en-US" sz="2000" b="0" i="0" u="none" strike="noStrike" cap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OK: ( [ ) ] [ ( ] 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None/>
            </a:pPr>
            <a:r>
              <a:rPr lang="en-US" sz="2400" b="1" i="1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proper descendant of 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 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400" b="0" i="1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48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432" name="Google Shape;1432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(Parenthesis Theorem)</a:t>
            </a:r>
            <a:endParaRPr/>
          </a:p>
        </p:txBody>
      </p:sp>
      <p:sp>
        <p:nvSpPr>
          <p:cNvPr id="1433" name="Google Shape;1433;p48"/>
          <p:cNvSpPr/>
          <p:nvPr/>
        </p:nvSpPr>
        <p:spPr>
          <a:xfrm>
            <a:off x="1928812" y="2146300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4" name="Google Shape;1434;p48"/>
          <p:cNvSpPr txBox="1"/>
          <p:nvPr/>
        </p:nvSpPr>
        <p:spPr>
          <a:xfrm>
            <a:off x="1938337" y="2209800"/>
            <a:ext cx="573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3/6</a:t>
            </a:r>
            <a:endParaRPr/>
          </a:p>
        </p:txBody>
      </p:sp>
      <p:sp>
        <p:nvSpPr>
          <p:cNvPr id="1435" name="Google Shape;1435;p48"/>
          <p:cNvSpPr/>
          <p:nvPr/>
        </p:nvSpPr>
        <p:spPr>
          <a:xfrm>
            <a:off x="1928812" y="3562350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9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4/5</a:t>
            </a:r>
            <a:endParaRPr sz="900"/>
          </a:p>
        </p:txBody>
      </p:sp>
      <p:sp>
        <p:nvSpPr>
          <p:cNvPr id="1436" name="Google Shape;1436;p48"/>
          <p:cNvSpPr txBox="1"/>
          <p:nvPr/>
        </p:nvSpPr>
        <p:spPr>
          <a:xfrm>
            <a:off x="2024062" y="3597275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7" name="Google Shape;1437;p48"/>
          <p:cNvSpPr/>
          <p:nvPr/>
        </p:nvSpPr>
        <p:spPr>
          <a:xfrm>
            <a:off x="3409950" y="3556000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7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7/8</a:t>
            </a:r>
            <a:endParaRPr sz="700"/>
          </a:p>
        </p:txBody>
      </p:sp>
      <p:cxnSp>
        <p:nvCxnSpPr>
          <p:cNvPr id="1438" name="Google Shape;1438;p48"/>
          <p:cNvCxnSpPr/>
          <p:nvPr/>
        </p:nvCxnSpPr>
        <p:spPr>
          <a:xfrm>
            <a:off x="2505075" y="3851275"/>
            <a:ext cx="923925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439" name="Google Shape;1439;p48"/>
          <p:cNvSpPr/>
          <p:nvPr/>
        </p:nvSpPr>
        <p:spPr>
          <a:xfrm>
            <a:off x="4891087" y="3565525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1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12/13</a:t>
            </a:r>
            <a:endParaRPr sz="700"/>
          </a:p>
        </p:txBody>
      </p:sp>
      <p:sp>
        <p:nvSpPr>
          <p:cNvPr id="1440" name="Google Shape;1440;p48"/>
          <p:cNvSpPr/>
          <p:nvPr/>
        </p:nvSpPr>
        <p:spPr>
          <a:xfrm>
            <a:off x="3405187" y="2151062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2/9</a:t>
            </a:r>
            <a:endParaRPr sz="1200"/>
          </a:p>
        </p:txBody>
      </p:sp>
      <p:sp>
        <p:nvSpPr>
          <p:cNvPr id="1441" name="Google Shape;1441;p48"/>
          <p:cNvSpPr/>
          <p:nvPr/>
        </p:nvSpPr>
        <p:spPr>
          <a:xfrm>
            <a:off x="4886325" y="216058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17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1/10</a:t>
            </a:r>
            <a:endParaRPr sz="700"/>
          </a:p>
        </p:txBody>
      </p:sp>
      <p:cxnSp>
        <p:nvCxnSpPr>
          <p:cNvPr id="1442" name="Google Shape;1442;p48"/>
          <p:cNvCxnSpPr/>
          <p:nvPr/>
        </p:nvCxnSpPr>
        <p:spPr>
          <a:xfrm>
            <a:off x="2216150" y="2724150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43" name="Google Shape;1443;p48"/>
          <p:cNvCxnSpPr/>
          <p:nvPr/>
        </p:nvCxnSpPr>
        <p:spPr>
          <a:xfrm>
            <a:off x="3697287" y="2733675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44" name="Google Shape;1444;p48"/>
          <p:cNvCxnSpPr/>
          <p:nvPr/>
        </p:nvCxnSpPr>
        <p:spPr>
          <a:xfrm>
            <a:off x="5178425" y="2743200"/>
            <a:ext cx="0" cy="842962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1445" name="Google Shape;1445;p48"/>
          <p:cNvCxnSpPr/>
          <p:nvPr/>
        </p:nvCxnSpPr>
        <p:spPr>
          <a:xfrm rot="10800000" flipH="1">
            <a:off x="2424112" y="2600325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46" name="Google Shape;1446;p48"/>
          <p:cNvSpPr txBox="1"/>
          <p:nvPr/>
        </p:nvSpPr>
        <p:spPr>
          <a:xfrm>
            <a:off x="2095500" y="174942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sp>
        <p:nvSpPr>
          <p:cNvPr id="1447" name="Google Shape;1447;p48"/>
          <p:cNvSpPr txBox="1"/>
          <p:nvPr/>
        </p:nvSpPr>
        <p:spPr>
          <a:xfrm>
            <a:off x="3562350" y="1758950"/>
            <a:ext cx="319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1448" name="Google Shape;1448;p48"/>
          <p:cNvSpPr txBox="1"/>
          <p:nvPr/>
        </p:nvSpPr>
        <p:spPr>
          <a:xfrm>
            <a:off x="5029200" y="1768475"/>
            <a:ext cx="303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1449" name="Google Shape;1449;p48"/>
          <p:cNvSpPr txBox="1"/>
          <p:nvPr/>
        </p:nvSpPr>
        <p:spPr>
          <a:xfrm>
            <a:off x="2062162" y="40449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450" name="Google Shape;1450;p48"/>
          <p:cNvSpPr txBox="1"/>
          <p:nvPr/>
        </p:nvSpPr>
        <p:spPr>
          <a:xfrm>
            <a:off x="3557587" y="4054475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451" name="Google Shape;1451;p48"/>
          <p:cNvSpPr txBox="1"/>
          <p:nvPr/>
        </p:nvSpPr>
        <p:spPr>
          <a:xfrm>
            <a:off x="5038725" y="4049712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cxnSp>
        <p:nvCxnSpPr>
          <p:cNvPr id="1452" name="Google Shape;1452;p48"/>
          <p:cNvCxnSpPr/>
          <p:nvPr/>
        </p:nvCxnSpPr>
        <p:spPr>
          <a:xfrm>
            <a:off x="2514600" y="2460625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1453" name="Google Shape;1453;p48"/>
          <p:cNvCxnSpPr/>
          <p:nvPr/>
        </p:nvCxnSpPr>
        <p:spPr>
          <a:xfrm rot="10800000" flipH="1">
            <a:off x="3932237" y="2622550"/>
            <a:ext cx="1023937" cy="102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454" name="Google Shape;1454;p48"/>
          <p:cNvSpPr txBox="1"/>
          <p:nvPr/>
        </p:nvSpPr>
        <p:spPr>
          <a:xfrm>
            <a:off x="2608262" y="279400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455" name="Google Shape;1455;p48"/>
          <p:cNvSpPr txBox="1"/>
          <p:nvPr/>
        </p:nvSpPr>
        <p:spPr>
          <a:xfrm>
            <a:off x="4122737" y="2794000"/>
            <a:ext cx="3540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/>
          </a:p>
        </p:txBody>
      </p:sp>
      <p:sp>
        <p:nvSpPr>
          <p:cNvPr id="1456" name="Google Shape;1456;p48"/>
          <p:cNvSpPr/>
          <p:nvPr/>
        </p:nvSpPr>
        <p:spPr>
          <a:xfrm>
            <a:off x="6386512" y="3589337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1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14/15</a:t>
            </a:r>
            <a:endParaRPr sz="700"/>
          </a:p>
        </p:txBody>
      </p:sp>
      <p:sp>
        <p:nvSpPr>
          <p:cNvPr id="1457" name="Google Shape;1457;p48"/>
          <p:cNvSpPr/>
          <p:nvPr/>
        </p:nvSpPr>
        <p:spPr>
          <a:xfrm>
            <a:off x="6381750" y="2184400"/>
            <a:ext cx="590550" cy="576262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13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11/16</a:t>
            </a:r>
            <a:endParaRPr sz="700"/>
          </a:p>
        </p:txBody>
      </p:sp>
      <p:cxnSp>
        <p:nvCxnSpPr>
          <p:cNvPr id="1458" name="Google Shape;1458;p48"/>
          <p:cNvCxnSpPr/>
          <p:nvPr/>
        </p:nvCxnSpPr>
        <p:spPr>
          <a:xfrm>
            <a:off x="6602412" y="2767012"/>
            <a:ext cx="0" cy="84296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59" name="Google Shape;1459;p48"/>
          <p:cNvSpPr txBox="1"/>
          <p:nvPr/>
        </p:nvSpPr>
        <p:spPr>
          <a:xfrm>
            <a:off x="6534150" y="407352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cxnSp>
        <p:nvCxnSpPr>
          <p:cNvPr id="1460" name="Google Shape;1460;p48"/>
          <p:cNvCxnSpPr/>
          <p:nvPr/>
        </p:nvCxnSpPr>
        <p:spPr>
          <a:xfrm rot="10800000" flipH="1">
            <a:off x="5427662" y="2646362"/>
            <a:ext cx="1023937" cy="10287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461" name="Google Shape;1461;p48"/>
          <p:cNvSpPr txBox="1"/>
          <p:nvPr/>
        </p:nvSpPr>
        <p:spPr>
          <a:xfrm>
            <a:off x="6467475" y="1763712"/>
            <a:ext cx="2682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cxnSp>
        <p:nvCxnSpPr>
          <p:cNvPr id="1462" name="Google Shape;1462;p48"/>
          <p:cNvCxnSpPr/>
          <p:nvPr/>
        </p:nvCxnSpPr>
        <p:spPr>
          <a:xfrm>
            <a:off x="3981450" y="2455862"/>
            <a:ext cx="9239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463" name="Google Shape;1463;p48"/>
          <p:cNvSpPr txBox="1"/>
          <p:nvPr/>
        </p:nvSpPr>
        <p:spPr>
          <a:xfrm>
            <a:off x="2779712" y="3773487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cxnSp>
        <p:nvCxnSpPr>
          <p:cNvPr id="1464" name="Google Shape;1464;p48"/>
          <p:cNvCxnSpPr/>
          <p:nvPr/>
        </p:nvCxnSpPr>
        <p:spPr>
          <a:xfrm>
            <a:off x="3971925" y="3846512"/>
            <a:ext cx="923925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465" name="Google Shape;1465;p48"/>
          <p:cNvSpPr txBox="1"/>
          <p:nvPr/>
        </p:nvSpPr>
        <p:spPr>
          <a:xfrm>
            <a:off x="4246562" y="3768725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cxnSp>
        <p:nvCxnSpPr>
          <p:cNvPr id="1466" name="Google Shape;1466;p48"/>
          <p:cNvCxnSpPr/>
          <p:nvPr/>
        </p:nvCxnSpPr>
        <p:spPr>
          <a:xfrm>
            <a:off x="5438775" y="3841750"/>
            <a:ext cx="923925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467" name="Google Shape;1467;p48"/>
          <p:cNvSpPr txBox="1"/>
          <p:nvPr/>
        </p:nvSpPr>
        <p:spPr>
          <a:xfrm>
            <a:off x="5713412" y="3763962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468" name="Google Shape;1468;p48"/>
          <p:cNvSpPr txBox="1"/>
          <p:nvPr/>
        </p:nvSpPr>
        <p:spPr>
          <a:xfrm>
            <a:off x="5160962" y="2863850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cxnSp>
        <p:nvCxnSpPr>
          <p:cNvPr id="1469" name="Google Shape;1469;p48"/>
          <p:cNvCxnSpPr/>
          <p:nvPr/>
        </p:nvCxnSpPr>
        <p:spPr>
          <a:xfrm>
            <a:off x="6797675" y="2762250"/>
            <a:ext cx="0" cy="842962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sp>
        <p:nvSpPr>
          <p:cNvPr id="1470" name="Google Shape;1470;p48"/>
          <p:cNvSpPr txBox="1"/>
          <p:nvPr/>
        </p:nvSpPr>
        <p:spPr>
          <a:xfrm>
            <a:off x="6834187" y="2936875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471" name="Google Shape;1471;p48"/>
          <p:cNvSpPr txBox="1"/>
          <p:nvPr/>
        </p:nvSpPr>
        <p:spPr>
          <a:xfrm>
            <a:off x="1822450" y="5173662"/>
            <a:ext cx="5289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 (z (y (x x) y) (w w) z) s) (t (v v) (u u) t)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49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477" name="Google Shape;1477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4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Depth-First Trees</a:t>
            </a:r>
            <a:endParaRPr/>
          </a:p>
        </p:txBody>
      </p:sp>
      <p:sp>
        <p:nvSpPr>
          <p:cNvPr id="1478" name="Google Shape;1478;p49"/>
          <p:cNvSpPr txBox="1">
            <a:spLocks noGrp="1"/>
          </p:cNvSpPr>
          <p:nvPr>
            <p:ph type="body" idx="1"/>
          </p:nvPr>
        </p:nvSpPr>
        <p:spPr>
          <a:xfrm>
            <a:off x="363537" y="990600"/>
            <a:ext cx="8458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Predecessor subgraph defined slightly different from that of BFS.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Font typeface="Noto Sans Symbols"/>
              <a:buChar char="⬥"/>
            </a:pP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predecessor subgraph of DFS is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800" b="0" i="1" u="none" baseline="-25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 E</a:t>
            </a:r>
            <a:r>
              <a:rPr lang="en-US" sz="2800" b="0" i="1" u="none" baseline="-25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where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800" b="0" i="1" u="none" baseline="-25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={(π[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1" u="none" baseline="-2500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π[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NIL}.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Char char="»"/>
            </a:pPr>
            <a:r>
              <a:rPr lang="en-US" sz="2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does it differ from that of BFS?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predecessor subgraph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forms a 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depth-first forest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composed of several 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depth-first trees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The edges in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called </a:t>
            </a:r>
            <a:r>
              <a:rPr lang="en-US" sz="2400" b="0" i="1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endParaRPr sz="28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endParaRPr sz="28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9" name="Google Shape;1479;p49"/>
          <p:cNvSpPr txBox="1"/>
          <p:nvPr/>
        </p:nvSpPr>
        <p:spPr>
          <a:xfrm>
            <a:off x="365125" y="4994275"/>
            <a:ext cx="6719887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Forest: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acyclic graph G that may be disconnected.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50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485" name="Google Shape;1485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White-path Theorem</a:t>
            </a:r>
            <a:endParaRPr/>
          </a:p>
        </p:txBody>
      </p:sp>
      <p:sp>
        <p:nvSpPr>
          <p:cNvPr id="1486" name="Google Shape;1486;p50"/>
          <p:cNvSpPr txBox="1">
            <a:spLocks noGrp="1"/>
          </p:cNvSpPr>
          <p:nvPr>
            <p:ph type="body" idx="1"/>
          </p:nvPr>
        </p:nvSpPr>
        <p:spPr>
          <a:xfrm>
            <a:off x="228600" y="990600"/>
            <a:ext cx="8686800" cy="1676400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r>
              <a:rPr lang="en-US" sz="2400" b="0" i="1" u="none" dirty="0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400" b="1" i="0" u="sng" dirty="0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Theorem 22.9</a:t>
            </a:r>
            <a:endParaRPr sz="2400" b="1" i="1" u="sng" dirty="0">
              <a:solidFill>
                <a:srgbClr val="CC33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10000"/>
              </a:buClr>
              <a:buSzPts val="2400"/>
              <a:buNone/>
            </a:pPr>
            <a:r>
              <a:rPr lang="en-US" sz="2400" b="0" i="1" u="none" dirty="0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 b="0" i="0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descendant of </a:t>
            </a:r>
            <a:r>
              <a:rPr lang="en-US" sz="2400" b="0" i="1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2400" b="0" i="0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 at time </a:t>
            </a:r>
            <a:r>
              <a:rPr lang="en-US" sz="2400" b="0" i="1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0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b="0" i="1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there is a path </a:t>
            </a:r>
            <a:r>
              <a:rPr lang="en-US" sz="2400" b="0" i="1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 </a:t>
            </a:r>
            <a:r>
              <a:rPr lang="en-US" sz="2400" b="0" i="1" u="none" dirty="0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    v </a:t>
            </a:r>
            <a:r>
              <a:rPr lang="en-US" sz="2400" b="0" i="0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consisting of only white vertices. (Except for </a:t>
            </a:r>
            <a:r>
              <a:rPr lang="en-US" sz="2400" b="0" i="1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0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was </a:t>
            </a:r>
            <a:r>
              <a:rPr lang="en-US" sz="2400" b="0" i="1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 </a:t>
            </a:r>
            <a:r>
              <a:rPr lang="en-US" sz="2400" b="0" i="0" u="none" dirty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colored gray</a:t>
            </a:r>
            <a:r>
              <a:rPr lang="en-US" sz="2400" b="0" i="0" u="none" dirty="0" smtClean="0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.)</a:t>
            </a:r>
            <a:endParaRPr dirty="0"/>
          </a:p>
        </p:txBody>
      </p:sp>
      <p:sp>
        <p:nvSpPr>
          <p:cNvPr id="1487" name="Google Shape;1487;p50"/>
          <p:cNvSpPr/>
          <p:nvPr/>
        </p:nvSpPr>
        <p:spPr>
          <a:xfrm>
            <a:off x="8229600" y="1676400"/>
            <a:ext cx="381000" cy="76200"/>
          </a:xfrm>
          <a:custGeom>
            <a:avLst/>
            <a:gdLst/>
            <a:ahLst/>
            <a:cxnLst/>
            <a:rect l="l" t="t" r="r" b="b"/>
            <a:pathLst>
              <a:path w="240" h="48" extrusionOk="0">
                <a:moveTo>
                  <a:pt x="0" y="48"/>
                </a:moveTo>
                <a:cubicBezTo>
                  <a:pt x="16" y="24"/>
                  <a:pt x="32" y="0"/>
                  <a:pt x="48" y="0"/>
                </a:cubicBezTo>
                <a:cubicBezTo>
                  <a:pt x="64" y="0"/>
                  <a:pt x="80" y="48"/>
                  <a:pt x="96" y="48"/>
                </a:cubicBezTo>
                <a:cubicBezTo>
                  <a:pt x="112" y="48"/>
                  <a:pt x="120" y="0"/>
                  <a:pt x="144" y="0"/>
                </a:cubicBezTo>
                <a:cubicBezTo>
                  <a:pt x="168" y="0"/>
                  <a:pt x="204" y="24"/>
                  <a:pt x="240" y="48"/>
                </a:cubicBezTo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51"/>
          <p:cNvSpPr txBox="1"/>
          <p:nvPr/>
        </p:nvSpPr>
        <p:spPr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 122, Fall 2004</a:t>
            </a:r>
            <a:endParaRPr/>
          </a:p>
        </p:txBody>
      </p:sp>
      <p:sp>
        <p:nvSpPr>
          <p:cNvPr id="1493" name="Google Shape;1493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imes New Roman"/>
              <a:buNone/>
            </a:pPr>
            <a:r>
              <a:rPr lang="en-US" sz="4400" b="0" i="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of Edges</a:t>
            </a:r>
            <a:endParaRPr/>
          </a:p>
        </p:txBody>
      </p:sp>
      <p:sp>
        <p:nvSpPr>
          <p:cNvPr id="1494" name="Google Shape;1494;p51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8392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edge:</a:t>
            </a:r>
            <a:r>
              <a:rPr lang="en-US" sz="2800" b="1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depth-first forest. Found by exploring 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edge:</a:t>
            </a:r>
            <a:r>
              <a:rPr lang="en-US" sz="2800" b="1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descendant of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depth-first tree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edge:</a:t>
            </a:r>
            <a:r>
              <a:rPr lang="en-US" sz="2800" b="1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0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800" b="0" i="1" u="non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descendant of </a:t>
            </a:r>
            <a:r>
              <a:rPr lang="en-US" sz="2800" b="0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not a tree edge.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⬥"/>
            </a:pPr>
            <a:r>
              <a:rPr lang="en-US" sz="2800" b="1" i="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edge:</a:t>
            </a:r>
            <a:r>
              <a:rPr lang="en-US" sz="2800" b="1" i="1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rgbClr val="01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other edge. Can go between vertices in same depth-first tree or in different depth-first trees.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rgbClr val="010000"/>
              </a:buClr>
              <a:buSzPts val="2800"/>
              <a:buNone/>
            </a:pPr>
            <a:endParaRPr sz="2800" b="0" i="0" u="none">
              <a:solidFill>
                <a:srgbClr val="01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5" name="Google Shape;1495;p51"/>
          <p:cNvSpPr txBox="1"/>
          <p:nvPr/>
        </p:nvSpPr>
        <p:spPr>
          <a:xfrm>
            <a:off x="441325" y="4613275"/>
            <a:ext cx="8321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6" name="Google Shape;1496;p51"/>
          <p:cNvSpPr txBox="1"/>
          <p:nvPr/>
        </p:nvSpPr>
        <p:spPr>
          <a:xfrm>
            <a:off x="304800" y="4724400"/>
            <a:ext cx="8321700" cy="1200300"/>
          </a:xfrm>
          <a:prstGeom prst="rect">
            <a:avLst/>
          </a:prstGeom>
          <a:solidFill>
            <a:srgbClr val="CCEC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107763" dir="270000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lang="en-US" sz="2400" b="1" i="0" u="sng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Theorem: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DFS of an undirected graph, we get only tree and back edges. No forward or cross edges.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omp122">
  <a:themeElements>
    <a:clrScheme name="comp122 8">
      <a:dk1>
        <a:srgbClr val="000000"/>
      </a:dk1>
      <a:lt1>
        <a:srgbClr val="FFFFCC"/>
      </a:lt1>
      <a:dk2>
        <a:srgbClr val="0000FF"/>
      </a:dk2>
      <a:lt2>
        <a:srgbClr val="808000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mp122">
  <a:themeElements>
    <a:clrScheme name="comp122 8">
      <a:dk1>
        <a:srgbClr val="000000"/>
      </a:dk1>
      <a:lt1>
        <a:srgbClr val="FFFFCC"/>
      </a:lt1>
      <a:dk2>
        <a:srgbClr val="0000FF"/>
      </a:dk2>
      <a:lt2>
        <a:srgbClr val="808000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2811</Words>
  <Application>Microsoft Office PowerPoint</Application>
  <PresentationFormat>On-screen Show (4:3)</PresentationFormat>
  <Paragraphs>805</Paragraphs>
  <Slides>51</Slides>
  <Notes>51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Noto Sans Symbols</vt:lpstr>
      <vt:lpstr>Times New Roman</vt:lpstr>
      <vt:lpstr>1_comp122</vt:lpstr>
      <vt:lpstr>comp122</vt:lpstr>
      <vt:lpstr>Elementary Graph Algorithms</vt:lpstr>
      <vt:lpstr>Graphs</vt:lpstr>
      <vt:lpstr>Graphs</vt:lpstr>
      <vt:lpstr>Representation of Graphs</vt:lpstr>
      <vt:lpstr>Adjacency Lists</vt:lpstr>
      <vt:lpstr>Storage Requirement</vt:lpstr>
      <vt:lpstr>Pros and Cons: adj list </vt:lpstr>
      <vt:lpstr>Adjacency Matrix</vt:lpstr>
      <vt:lpstr>Space and Time</vt:lpstr>
      <vt:lpstr>Graph-searching Algorithms</vt:lpstr>
      <vt:lpstr>Breadth-first Search</vt:lpstr>
      <vt:lpstr>Breadth-first Search</vt:lpstr>
      <vt:lpstr>BFS for Shortest Paths</vt:lpstr>
      <vt:lpstr>PowerPoint Presentation</vt:lpstr>
      <vt:lpstr>Example (BFS)</vt:lpstr>
      <vt:lpstr>Example (BFS)</vt:lpstr>
      <vt:lpstr>Example (BFS)</vt:lpstr>
      <vt:lpstr>Example (BFS)</vt:lpstr>
      <vt:lpstr>Example (BFS)</vt:lpstr>
      <vt:lpstr>Example (BFS)</vt:lpstr>
      <vt:lpstr>Example (BFS)</vt:lpstr>
      <vt:lpstr>Example (BFS)</vt:lpstr>
      <vt:lpstr>Example (BFS)</vt:lpstr>
      <vt:lpstr>Example (BFS)</vt:lpstr>
      <vt:lpstr>Analysis of BFS</vt:lpstr>
      <vt:lpstr>Breadth-first Tree</vt:lpstr>
      <vt:lpstr>Depth-first Search (DFS)</vt:lpstr>
      <vt:lpstr>Depth-first Search</vt:lpstr>
      <vt:lpstr>Pseudo-code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Example (DFS)</vt:lpstr>
      <vt:lpstr>Analysis of DFS</vt:lpstr>
      <vt:lpstr>Parenthesis Theorem</vt:lpstr>
      <vt:lpstr>Example (Parenthesis Theorem)</vt:lpstr>
      <vt:lpstr>Depth-First Trees</vt:lpstr>
      <vt:lpstr>White-path Theorem</vt:lpstr>
      <vt:lpstr>Classification of Edges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Elementary Graph Algorithms</dc:title>
  <dc:creator>UmaMaheswari</dc:creator>
  <cp:lastModifiedBy>Naveen Kumar</cp:lastModifiedBy>
  <cp:revision>2</cp:revision>
  <dcterms:created xsi:type="dcterms:W3CDTF">2003-11-06T02:00:05Z</dcterms:created>
  <dcterms:modified xsi:type="dcterms:W3CDTF">2026-08-25T05:57:12Z</dcterms:modified>
</cp:coreProperties>
</file>